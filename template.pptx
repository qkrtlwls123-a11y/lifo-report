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21" r:id="rId2"/>
  </p:sldMasterIdLst>
  <p:notesMasterIdLst>
    <p:notesMasterId r:id="rId5"/>
  </p:notesMasterIdLst>
  <p:sldIdLst>
    <p:sldId id="11514" r:id="rId3"/>
    <p:sldId id="11544" r:id="rId4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FO 진단결과" id="{911AC581-4BFF-4F2B-8FE3-4C2AAF19EE06}">
          <p14:sldIdLst>
            <p14:sldId id="11514"/>
            <p14:sldId id="11544"/>
          </p14:sldIdLst>
        </p14:section>
      </p14:sectionLst>
    </p:ext>
    <p:ext uri="{EFAFB233-063F-42B5-8137-9DF3F51BA10A}">
      <p15:sldGuideLst xmlns:p15="http://schemas.microsoft.com/office/powerpoint/2012/main">
        <p15:guide id="3" pos="257" userDrawn="1">
          <p15:clr>
            <a:srgbClr val="A4A3A4"/>
          </p15:clr>
        </p15:guide>
        <p15:guide id="4" orient="horz" pos="2228" userDrawn="1">
          <p15:clr>
            <a:srgbClr val="A4A3A4"/>
          </p15:clr>
        </p15:guide>
        <p15:guide id="8" pos="7423" userDrawn="1">
          <p15:clr>
            <a:srgbClr val="A4A3A4"/>
          </p15:clr>
        </p15:guide>
        <p15:guide id="9" orient="horz" pos="4020" userDrawn="1">
          <p15:clr>
            <a:srgbClr val="A4A3A4"/>
          </p15:clr>
        </p15:guide>
        <p15:guide id="10" orient="horz" pos="958" userDrawn="1">
          <p15:clr>
            <a:srgbClr val="A4A3A4"/>
          </p15:clr>
        </p15:guide>
        <p15:guide id="11" orient="horz" pos="2432" userDrawn="1">
          <p15:clr>
            <a:srgbClr val="A4A3A4"/>
          </p15:clr>
        </p15:guide>
        <p15:guide id="12" pos="6312" userDrawn="1">
          <p15:clr>
            <a:srgbClr val="A4A3A4"/>
          </p15:clr>
        </p15:guide>
        <p15:guide id="13" pos="13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80B1"/>
    <a:srgbClr val="A6A6A6"/>
    <a:srgbClr val="CB3D6C"/>
    <a:srgbClr val="CF5959"/>
    <a:srgbClr val="666666"/>
    <a:srgbClr val="C00000"/>
    <a:srgbClr val="E4EDF5"/>
    <a:srgbClr val="FFFFFF"/>
    <a:srgbClr val="860C2F"/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36" autoAdjust="0"/>
    <p:restoredTop sz="96196" autoAdjust="0"/>
  </p:normalViewPr>
  <p:slideViewPr>
    <p:cSldViewPr snapToGrid="0">
      <p:cViewPr varScale="1">
        <p:scale>
          <a:sx n="61" d="100"/>
          <a:sy n="61" d="100"/>
        </p:scale>
        <p:origin x="1374" y="72"/>
      </p:cViewPr>
      <p:guideLst>
        <p:guide pos="257"/>
        <p:guide orient="horz" pos="2228"/>
        <p:guide pos="7423"/>
        <p:guide orient="horz" pos="4020"/>
        <p:guide orient="horz" pos="958"/>
        <p:guide orient="horz" pos="2432"/>
        <p:guide pos="6312"/>
        <p:guide pos="134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436C9-A2EA-456D-A843-0E5112E88CE3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6808D-E8E3-48AE-8E75-45631061C6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364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12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6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76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96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420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60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13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739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18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54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291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여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324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★★동아 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5"/>
          <p:cNvSpPr>
            <a:spLocks noGrp="1"/>
          </p:cNvSpPr>
          <p:nvPr>
            <p:ph type="title"/>
          </p:nvPr>
        </p:nvSpPr>
        <p:spPr>
          <a:xfrm>
            <a:off x="934245" y="470971"/>
            <a:ext cx="10345472" cy="453600"/>
          </a:xfrm>
          <a:prstGeom prst="rect">
            <a:avLst/>
          </a:prstGeom>
        </p:spPr>
        <p:txBody>
          <a:bodyPr lIns="0" anchor="ctr"/>
          <a:lstStyle>
            <a:lvl1pPr marL="0" marR="0" indent="0" algn="ctr" defTabSz="45718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2800" b="0" kern="1200" spc="-100" baseline="0" dirty="0"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</a:lstStyle>
          <a:p>
            <a:pPr marL="0" marR="0" lvl="0" indent="0" algn="l" defTabSz="914364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4440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FBAE40"/>
          </p15:clr>
        </p15:guide>
        <p15:guide id="2" pos="7105">
          <p15:clr>
            <a:srgbClr val="FBAE40"/>
          </p15:clr>
        </p15:guide>
        <p15:guide id="3" pos="575">
          <p15:clr>
            <a:srgbClr val="FBAE40"/>
          </p15:clr>
        </p15:guide>
        <p15:guide id="4" orient="horz" pos="390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7555" cy="68580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CBC207-146B-477A-8EE9-E071693CE888}"/>
              </a:ext>
            </a:extLst>
          </p:cNvPr>
          <p:cNvSpPr txBox="1"/>
          <p:nvPr userDrawn="1"/>
        </p:nvSpPr>
        <p:spPr>
          <a:xfrm>
            <a:off x="3486984" y="2551836"/>
            <a:ext cx="46664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spc="-113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LUNCH</a:t>
            </a:r>
          </a:p>
          <a:p>
            <a:pPr algn="ctr"/>
            <a:r>
              <a:rPr lang="en-US" altLang="ko-KR" sz="5400" spc="-113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TIME</a:t>
            </a:r>
            <a:endParaRPr lang="ko-KR" altLang="en-US" sz="5400" spc="-113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9391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 5">
            <a:extLst>
              <a:ext uri="{FF2B5EF4-FFF2-40B4-BE49-F238E27FC236}">
                <a16:creationId xmlns:a16="http://schemas.microsoft.com/office/drawing/2014/main" id="{57290368-66EE-43AE-ADC9-C788739592B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538262 w 9144000"/>
              <a:gd name="connsiteY0" fmla="*/ 309336 h 6858000"/>
              <a:gd name="connsiteX1" fmla="*/ 311150 w 9144000"/>
              <a:gd name="connsiteY1" fmla="*/ 536448 h 6858000"/>
              <a:gd name="connsiteX2" fmla="*/ 311150 w 9144000"/>
              <a:gd name="connsiteY2" fmla="*/ 6321552 h 6858000"/>
              <a:gd name="connsiteX3" fmla="*/ 538262 w 9144000"/>
              <a:gd name="connsiteY3" fmla="*/ 6548664 h 6858000"/>
              <a:gd name="connsiteX4" fmla="*/ 8605738 w 9144000"/>
              <a:gd name="connsiteY4" fmla="*/ 6548664 h 6858000"/>
              <a:gd name="connsiteX5" fmla="*/ 8832850 w 9144000"/>
              <a:gd name="connsiteY5" fmla="*/ 6321552 h 6858000"/>
              <a:gd name="connsiteX6" fmla="*/ 8832850 w 9144000"/>
              <a:gd name="connsiteY6" fmla="*/ 536448 h 6858000"/>
              <a:gd name="connsiteX7" fmla="*/ 8605738 w 9144000"/>
              <a:gd name="connsiteY7" fmla="*/ 309336 h 6858000"/>
              <a:gd name="connsiteX8" fmla="*/ 0 w 9144000"/>
              <a:gd name="connsiteY8" fmla="*/ 0 h 6858000"/>
              <a:gd name="connsiteX9" fmla="*/ 9144000 w 9144000"/>
              <a:gd name="connsiteY9" fmla="*/ 0 h 6858000"/>
              <a:gd name="connsiteX10" fmla="*/ 9144000 w 9144000"/>
              <a:gd name="connsiteY10" fmla="*/ 6858000 h 6858000"/>
              <a:gd name="connsiteX11" fmla="*/ 0 w 9144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144000" h="6858000">
                <a:moveTo>
                  <a:pt x="538262" y="309336"/>
                </a:moveTo>
                <a:cubicBezTo>
                  <a:pt x="412832" y="309336"/>
                  <a:pt x="311150" y="411018"/>
                  <a:pt x="311150" y="536448"/>
                </a:cubicBezTo>
                <a:lnTo>
                  <a:pt x="311150" y="6321552"/>
                </a:lnTo>
                <a:cubicBezTo>
                  <a:pt x="311150" y="6446982"/>
                  <a:pt x="412832" y="6548664"/>
                  <a:pt x="538262" y="6548664"/>
                </a:cubicBezTo>
                <a:lnTo>
                  <a:pt x="8605738" y="6548664"/>
                </a:lnTo>
                <a:cubicBezTo>
                  <a:pt x="8731168" y="6548664"/>
                  <a:pt x="8832850" y="6446982"/>
                  <a:pt x="8832850" y="6321552"/>
                </a:cubicBezTo>
                <a:lnTo>
                  <a:pt x="8832850" y="536448"/>
                </a:lnTo>
                <a:cubicBezTo>
                  <a:pt x="8832850" y="411018"/>
                  <a:pt x="8731168" y="309336"/>
                  <a:pt x="8605738" y="309336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" name="Title 15">
            <a:extLst>
              <a:ext uri="{FF2B5EF4-FFF2-40B4-BE49-F238E27FC236}">
                <a16:creationId xmlns:a16="http://schemas.microsoft.com/office/drawing/2014/main" id="{81C05A62-5E82-40D3-8110-BEAF08AFD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4245" y="470971"/>
            <a:ext cx="10345472" cy="453600"/>
          </a:xfrm>
          <a:prstGeom prst="rect">
            <a:avLst/>
          </a:prstGeom>
        </p:spPr>
        <p:txBody>
          <a:bodyPr lIns="0" anchor="ctr"/>
          <a:lstStyle>
            <a:lvl1pPr marL="0" marR="0" indent="0" algn="ctr" defTabSz="45718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2800" b="0" kern="1200" spc="-100" baseline="0" dirty="0"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marR="0" lvl="0" indent="0" algn="l" defTabSz="914364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제목 입력</a:t>
            </a:r>
          </a:p>
        </p:txBody>
      </p:sp>
    </p:spTree>
    <p:extLst>
      <p:ext uri="{BB962C8B-B14F-4D97-AF65-F5344CB8AC3E}">
        <p14:creationId xmlns:p14="http://schemas.microsoft.com/office/powerpoint/2010/main" val="31802144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여백"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3A5B8B-104E-4F67-A746-E078A86DA4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4254" y="2524200"/>
            <a:ext cx="10223500" cy="180960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0" spc="-100" baseline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457182" indent="0">
              <a:buNone/>
              <a:defRPr/>
            </a:lvl2pPr>
          </a:lstStyle>
          <a:p>
            <a:pPr lvl="0"/>
            <a:r>
              <a:rPr lang="ko-KR" altLang="en-US"/>
              <a:t>강의시간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6440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>
            <a:extLst>
              <a:ext uri="{FF2B5EF4-FFF2-40B4-BE49-F238E27FC236}">
                <a16:creationId xmlns:a16="http://schemas.microsoft.com/office/drawing/2014/main" id="{7C9E3F82-7CAC-4757-BF0F-18FBACAA139E}"/>
              </a:ext>
            </a:extLst>
          </p:cNvPr>
          <p:cNvGrpSpPr/>
          <p:nvPr userDrawn="1"/>
        </p:nvGrpSpPr>
        <p:grpSpPr>
          <a:xfrm>
            <a:off x="0" y="3416126"/>
            <a:ext cx="12192000" cy="3441874"/>
            <a:chOff x="0" y="3416126"/>
            <a:chExt cx="9144000" cy="3441874"/>
          </a:xfrm>
          <a:gradFill>
            <a:gsLst>
              <a:gs pos="0">
                <a:srgbClr val="01A0C9"/>
              </a:gs>
              <a:gs pos="100000">
                <a:srgbClr val="76B5C4"/>
              </a:gs>
            </a:gsLst>
            <a:lin ang="4200000" scaled="0"/>
          </a:gradFill>
        </p:grpSpPr>
        <p:sp>
          <p:nvSpPr>
            <p:cNvPr id="4" name="Freeform: Shape 7">
              <a:extLst>
                <a:ext uri="{FF2B5EF4-FFF2-40B4-BE49-F238E27FC236}">
                  <a16:creationId xmlns:a16="http://schemas.microsoft.com/office/drawing/2014/main" id="{E23E86FD-2303-47FD-A5A8-773C87FDE901}"/>
                </a:ext>
              </a:extLst>
            </p:cNvPr>
            <p:cNvSpPr/>
            <p:nvPr/>
          </p:nvSpPr>
          <p:spPr>
            <a:xfrm>
              <a:off x="0" y="3416126"/>
              <a:ext cx="4536060" cy="3441874"/>
            </a:xfrm>
            <a:custGeom>
              <a:avLst/>
              <a:gdLst>
                <a:gd name="connsiteX0" fmla="*/ 0 w 4536060"/>
                <a:gd name="connsiteY0" fmla="*/ 0 h 3441874"/>
                <a:gd name="connsiteX1" fmla="*/ 2355011 w 4536060"/>
                <a:gd name="connsiteY1" fmla="*/ 2001328 h 3441874"/>
                <a:gd name="connsiteX2" fmla="*/ 4149306 w 4536060"/>
                <a:gd name="connsiteY2" fmla="*/ 2568754 h 3441874"/>
                <a:gd name="connsiteX3" fmla="*/ 4519164 w 4536060"/>
                <a:gd name="connsiteY3" fmla="*/ 3324645 h 3441874"/>
                <a:gd name="connsiteX4" fmla="*/ 4536060 w 4536060"/>
                <a:gd name="connsiteY4" fmla="*/ 3441874 h 3441874"/>
                <a:gd name="connsiteX5" fmla="*/ 0 w 4536060"/>
                <a:gd name="connsiteY5" fmla="*/ 3441874 h 3441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36060" h="3441874">
                  <a:moveTo>
                    <a:pt x="0" y="0"/>
                  </a:moveTo>
                  <a:cubicBezTo>
                    <a:pt x="12940" y="1545885"/>
                    <a:pt x="1853241" y="1866500"/>
                    <a:pt x="2355011" y="2001328"/>
                  </a:cubicBezTo>
                  <a:cubicBezTo>
                    <a:pt x="2856781" y="2136156"/>
                    <a:pt x="3723736" y="2100051"/>
                    <a:pt x="4149306" y="2568754"/>
                  </a:cubicBezTo>
                  <a:cubicBezTo>
                    <a:pt x="4362091" y="2803106"/>
                    <a:pt x="4467046" y="3052553"/>
                    <a:pt x="4519164" y="3324645"/>
                  </a:cubicBezTo>
                  <a:lnTo>
                    <a:pt x="4536060" y="3441874"/>
                  </a:lnTo>
                  <a:lnTo>
                    <a:pt x="0" y="344187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5" name="Freeform: Shape 8">
              <a:extLst>
                <a:ext uri="{FF2B5EF4-FFF2-40B4-BE49-F238E27FC236}">
                  <a16:creationId xmlns:a16="http://schemas.microsoft.com/office/drawing/2014/main" id="{04A41EEE-F2B4-4DA2-B47B-54FC9DD55E98}"/>
                </a:ext>
              </a:extLst>
            </p:cNvPr>
            <p:cNvSpPr/>
            <p:nvPr/>
          </p:nvSpPr>
          <p:spPr>
            <a:xfrm flipH="1">
              <a:off x="4607940" y="3416126"/>
              <a:ext cx="4536060" cy="3441874"/>
            </a:xfrm>
            <a:custGeom>
              <a:avLst/>
              <a:gdLst>
                <a:gd name="connsiteX0" fmla="*/ 0 w 4536060"/>
                <a:gd name="connsiteY0" fmla="*/ 0 h 3441874"/>
                <a:gd name="connsiteX1" fmla="*/ 0 w 4536060"/>
                <a:gd name="connsiteY1" fmla="*/ 3441874 h 3441874"/>
                <a:gd name="connsiteX2" fmla="*/ 4536060 w 4536060"/>
                <a:gd name="connsiteY2" fmla="*/ 3441874 h 3441874"/>
                <a:gd name="connsiteX3" fmla="*/ 4519164 w 4536060"/>
                <a:gd name="connsiteY3" fmla="*/ 3324645 h 3441874"/>
                <a:gd name="connsiteX4" fmla="*/ 4149306 w 4536060"/>
                <a:gd name="connsiteY4" fmla="*/ 2568754 h 3441874"/>
                <a:gd name="connsiteX5" fmla="*/ 2355011 w 4536060"/>
                <a:gd name="connsiteY5" fmla="*/ 2001328 h 3441874"/>
                <a:gd name="connsiteX6" fmla="*/ 0 w 4536060"/>
                <a:gd name="connsiteY6" fmla="*/ 0 h 3441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6060" h="3441874">
                  <a:moveTo>
                    <a:pt x="0" y="0"/>
                  </a:moveTo>
                  <a:lnTo>
                    <a:pt x="0" y="3441874"/>
                  </a:lnTo>
                  <a:lnTo>
                    <a:pt x="4536060" y="3441874"/>
                  </a:lnTo>
                  <a:lnTo>
                    <a:pt x="4519164" y="3324645"/>
                  </a:lnTo>
                  <a:cubicBezTo>
                    <a:pt x="4467046" y="3052553"/>
                    <a:pt x="4362091" y="2803106"/>
                    <a:pt x="4149306" y="2568754"/>
                  </a:cubicBezTo>
                  <a:cubicBezTo>
                    <a:pt x="3723736" y="2100051"/>
                    <a:pt x="2856781" y="2136156"/>
                    <a:pt x="2355011" y="2001328"/>
                  </a:cubicBezTo>
                  <a:cubicBezTo>
                    <a:pt x="1853241" y="1866500"/>
                    <a:pt x="12940" y="154588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Oval 9">
            <a:extLst>
              <a:ext uri="{FF2B5EF4-FFF2-40B4-BE49-F238E27FC236}">
                <a16:creationId xmlns:a16="http://schemas.microsoft.com/office/drawing/2014/main" id="{AB20B2EB-4342-4801-862D-83E64D85B682}"/>
              </a:ext>
            </a:extLst>
          </p:cNvPr>
          <p:cNvSpPr/>
          <p:nvPr userDrawn="1"/>
        </p:nvSpPr>
        <p:spPr>
          <a:xfrm>
            <a:off x="8489728" y="6265522"/>
            <a:ext cx="1079944" cy="809958"/>
          </a:xfrm>
          <a:prstGeom prst="ellipse">
            <a:avLst/>
          </a:prstGeom>
          <a:ln w="57150" cap="rnd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990F4453-D5EC-4669-82F3-EA1A2F75A146}"/>
              </a:ext>
            </a:extLst>
          </p:cNvPr>
          <p:cNvSpPr/>
          <p:nvPr userDrawn="1"/>
        </p:nvSpPr>
        <p:spPr>
          <a:xfrm>
            <a:off x="11243893" y="6510278"/>
            <a:ext cx="1662587" cy="1246940"/>
          </a:xfrm>
          <a:prstGeom prst="ellipse">
            <a:avLst/>
          </a:prstGeom>
          <a:ln w="57150" cap="rnd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80A587C0-EF99-4DE4-AA62-90DE21E5BCC9}"/>
              </a:ext>
            </a:extLst>
          </p:cNvPr>
          <p:cNvCxnSpPr/>
          <p:nvPr userDrawn="1"/>
        </p:nvCxnSpPr>
        <p:spPr>
          <a:xfrm flipV="1">
            <a:off x="-84712" y="4049350"/>
            <a:ext cx="1117600" cy="838200"/>
          </a:xfrm>
          <a:prstGeom prst="line">
            <a:avLst/>
          </a:prstGeom>
          <a:ln w="44450" cap="rnd">
            <a:solidFill>
              <a:srgbClr val="AAE4E3">
                <a:alpha val="54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2">
            <a:extLst>
              <a:ext uri="{FF2B5EF4-FFF2-40B4-BE49-F238E27FC236}">
                <a16:creationId xmlns:a16="http://schemas.microsoft.com/office/drawing/2014/main" id="{C48C3B6A-AF5B-42B5-9666-D3B66496F089}"/>
              </a:ext>
            </a:extLst>
          </p:cNvPr>
          <p:cNvCxnSpPr/>
          <p:nvPr userDrawn="1"/>
        </p:nvCxnSpPr>
        <p:spPr>
          <a:xfrm flipV="1">
            <a:off x="373583" y="3956436"/>
            <a:ext cx="1117600" cy="838200"/>
          </a:xfrm>
          <a:prstGeom prst="line">
            <a:avLst/>
          </a:prstGeom>
          <a:ln w="88900" cap="rnd">
            <a:solidFill>
              <a:srgbClr val="E6E6E6">
                <a:alpha val="66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3">
            <a:extLst>
              <a:ext uri="{FF2B5EF4-FFF2-40B4-BE49-F238E27FC236}">
                <a16:creationId xmlns:a16="http://schemas.microsoft.com/office/drawing/2014/main" id="{40B1A20A-95F9-4B93-8DDE-C074D939AF24}"/>
              </a:ext>
            </a:extLst>
          </p:cNvPr>
          <p:cNvSpPr/>
          <p:nvPr userDrawn="1"/>
        </p:nvSpPr>
        <p:spPr>
          <a:xfrm>
            <a:off x="3365602" y="6635651"/>
            <a:ext cx="981767" cy="736325"/>
          </a:xfrm>
          <a:prstGeom prst="ellipse">
            <a:avLst/>
          </a:prstGeom>
          <a:ln w="57150" cap="rnd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FC9C5588-9E46-402E-BD18-5C0C08C154D5}"/>
              </a:ext>
            </a:extLst>
          </p:cNvPr>
          <p:cNvSpPr/>
          <p:nvPr userDrawn="1"/>
        </p:nvSpPr>
        <p:spPr>
          <a:xfrm>
            <a:off x="-691009" y="5792333"/>
            <a:ext cx="1567885" cy="1175914"/>
          </a:xfrm>
          <a:prstGeom prst="ellipse">
            <a:avLst/>
          </a:prstGeom>
          <a:ln w="57150" cap="rnd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3" name="Straight Connector 15">
            <a:extLst>
              <a:ext uri="{FF2B5EF4-FFF2-40B4-BE49-F238E27FC236}">
                <a16:creationId xmlns:a16="http://schemas.microsoft.com/office/drawing/2014/main" id="{6F3E729A-2D6D-4A8A-95E8-1BEB1966A09D}"/>
              </a:ext>
            </a:extLst>
          </p:cNvPr>
          <p:cNvCxnSpPr>
            <a:cxnSpLocks/>
          </p:cNvCxnSpPr>
          <p:nvPr userDrawn="1"/>
        </p:nvCxnSpPr>
        <p:spPr>
          <a:xfrm flipV="1">
            <a:off x="-651502" y="6053847"/>
            <a:ext cx="1833179" cy="1374884"/>
          </a:xfrm>
          <a:prstGeom prst="line">
            <a:avLst/>
          </a:prstGeom>
          <a:ln w="57150" cap="rnd">
            <a:solidFill>
              <a:srgbClr val="AAE4E3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6">
            <a:extLst>
              <a:ext uri="{FF2B5EF4-FFF2-40B4-BE49-F238E27FC236}">
                <a16:creationId xmlns:a16="http://schemas.microsoft.com/office/drawing/2014/main" id="{48EBF0B4-D3D5-4847-B2FD-43B7867619FB}"/>
              </a:ext>
            </a:extLst>
          </p:cNvPr>
          <p:cNvCxnSpPr>
            <a:cxnSpLocks/>
          </p:cNvCxnSpPr>
          <p:nvPr userDrawn="1"/>
        </p:nvCxnSpPr>
        <p:spPr>
          <a:xfrm flipV="1">
            <a:off x="11275411" y="4355138"/>
            <a:ext cx="1833179" cy="1374884"/>
          </a:xfrm>
          <a:prstGeom prst="line">
            <a:avLst/>
          </a:prstGeom>
          <a:ln w="44450" cap="rnd">
            <a:solidFill>
              <a:srgbClr val="E6E6E6">
                <a:alpha val="4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19F9AC16-C7FB-4F74-B7F3-9E0A9FFDC304}"/>
              </a:ext>
            </a:extLst>
          </p:cNvPr>
          <p:cNvCxnSpPr/>
          <p:nvPr userDrawn="1"/>
        </p:nvCxnSpPr>
        <p:spPr>
          <a:xfrm flipV="1">
            <a:off x="11551744" y="4409194"/>
            <a:ext cx="1117600" cy="838200"/>
          </a:xfrm>
          <a:prstGeom prst="line">
            <a:avLst/>
          </a:prstGeom>
          <a:ln w="88900" cap="rnd">
            <a:solidFill>
              <a:srgbClr val="AAE4E3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24">
            <a:extLst>
              <a:ext uri="{FF2B5EF4-FFF2-40B4-BE49-F238E27FC236}">
                <a16:creationId xmlns:a16="http://schemas.microsoft.com/office/drawing/2014/main" id="{732DE049-435F-4E21-875F-A99D524510DF}"/>
              </a:ext>
            </a:extLst>
          </p:cNvPr>
          <p:cNvSpPr/>
          <p:nvPr userDrawn="1"/>
        </p:nvSpPr>
        <p:spPr>
          <a:xfrm>
            <a:off x="2443318" y="5584295"/>
            <a:ext cx="344103" cy="258077"/>
          </a:xfrm>
          <a:prstGeom prst="ellipse">
            <a:avLst/>
          </a:prstGeom>
          <a:ln w="57150" cap="rnd">
            <a:solidFill>
              <a:schemeClr val="bg1"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Oval 25">
            <a:extLst>
              <a:ext uri="{FF2B5EF4-FFF2-40B4-BE49-F238E27FC236}">
                <a16:creationId xmlns:a16="http://schemas.microsoft.com/office/drawing/2014/main" id="{6297CD64-BCAF-48AD-8469-5B82B0992863}"/>
              </a:ext>
            </a:extLst>
          </p:cNvPr>
          <p:cNvSpPr/>
          <p:nvPr userDrawn="1"/>
        </p:nvSpPr>
        <p:spPr>
          <a:xfrm>
            <a:off x="10014722" y="5534258"/>
            <a:ext cx="344103" cy="258077"/>
          </a:xfrm>
          <a:prstGeom prst="ellipse">
            <a:avLst/>
          </a:prstGeom>
          <a:ln w="57150" cap="rnd">
            <a:solidFill>
              <a:schemeClr val="bg1"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8" name="Oval 26">
            <a:extLst>
              <a:ext uri="{FF2B5EF4-FFF2-40B4-BE49-F238E27FC236}">
                <a16:creationId xmlns:a16="http://schemas.microsoft.com/office/drawing/2014/main" id="{51868A23-94BB-47C8-B50D-7ADA2FA27519}"/>
              </a:ext>
            </a:extLst>
          </p:cNvPr>
          <p:cNvSpPr/>
          <p:nvPr userDrawn="1"/>
        </p:nvSpPr>
        <p:spPr>
          <a:xfrm>
            <a:off x="7033402" y="6506612"/>
            <a:ext cx="344103" cy="258077"/>
          </a:xfrm>
          <a:prstGeom prst="ellipse">
            <a:avLst/>
          </a:prstGeom>
          <a:ln w="57150" cap="rnd">
            <a:solidFill>
              <a:schemeClr val="bg1"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" name="Oval 27">
            <a:extLst>
              <a:ext uri="{FF2B5EF4-FFF2-40B4-BE49-F238E27FC236}">
                <a16:creationId xmlns:a16="http://schemas.microsoft.com/office/drawing/2014/main" id="{B0E4F52D-C47A-47CC-AC89-9EF6724416A6}"/>
              </a:ext>
            </a:extLst>
          </p:cNvPr>
          <p:cNvSpPr/>
          <p:nvPr userDrawn="1"/>
        </p:nvSpPr>
        <p:spPr>
          <a:xfrm>
            <a:off x="4707787" y="5995011"/>
            <a:ext cx="74887" cy="56165"/>
          </a:xfrm>
          <a:prstGeom prst="ellipse">
            <a:avLst/>
          </a:prstGeom>
          <a:ln w="57150" cap="rnd">
            <a:solidFill>
              <a:schemeClr val="bg1"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2DBC75A-6C11-49E8-8E94-9A7EFAA644D9}"/>
              </a:ext>
            </a:extLst>
          </p:cNvPr>
          <p:cNvSpPr/>
          <p:nvPr userDrawn="1"/>
        </p:nvSpPr>
        <p:spPr>
          <a:xfrm>
            <a:off x="2219582" y="6450446"/>
            <a:ext cx="74887" cy="56165"/>
          </a:xfrm>
          <a:prstGeom prst="ellipse">
            <a:avLst/>
          </a:prstGeom>
          <a:ln w="57150" cap="rnd">
            <a:solidFill>
              <a:schemeClr val="bg1"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1" name="Oval 29">
            <a:extLst>
              <a:ext uri="{FF2B5EF4-FFF2-40B4-BE49-F238E27FC236}">
                <a16:creationId xmlns:a16="http://schemas.microsoft.com/office/drawing/2014/main" id="{6DAC813B-779D-43EE-B86D-E9BB192478CB}"/>
              </a:ext>
            </a:extLst>
          </p:cNvPr>
          <p:cNvSpPr/>
          <p:nvPr userDrawn="1"/>
        </p:nvSpPr>
        <p:spPr>
          <a:xfrm>
            <a:off x="8328663" y="5853284"/>
            <a:ext cx="74887" cy="56165"/>
          </a:xfrm>
          <a:prstGeom prst="ellipse">
            <a:avLst/>
          </a:prstGeom>
          <a:ln w="57150" cap="rnd">
            <a:solidFill>
              <a:schemeClr val="bg1"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22" name="Group 76">
            <a:extLst>
              <a:ext uri="{FF2B5EF4-FFF2-40B4-BE49-F238E27FC236}">
                <a16:creationId xmlns:a16="http://schemas.microsoft.com/office/drawing/2014/main" id="{7BD0E83D-3695-482D-9F0C-0CF92C3DCEC3}"/>
              </a:ext>
            </a:extLst>
          </p:cNvPr>
          <p:cNvGrpSpPr/>
          <p:nvPr userDrawn="1"/>
        </p:nvGrpSpPr>
        <p:grpSpPr>
          <a:xfrm>
            <a:off x="5481867" y="4999597"/>
            <a:ext cx="1325763" cy="1125955"/>
            <a:chOff x="4006997" y="4576571"/>
            <a:chExt cx="1203129" cy="1362406"/>
          </a:xfrm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326C3236-5C5A-4D54-89FD-B2F2AE438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432" y="4859794"/>
              <a:ext cx="724694" cy="1079183"/>
            </a:xfrm>
            <a:custGeom>
              <a:avLst/>
              <a:gdLst>
                <a:gd name="T0" fmla="*/ 35 w 216"/>
                <a:gd name="T1" fmla="*/ 324 h 324"/>
                <a:gd name="T2" fmla="*/ 66 w 216"/>
                <a:gd name="T3" fmla="*/ 87 h 324"/>
                <a:gd name="T4" fmla="*/ 205 w 216"/>
                <a:gd name="T5" fmla="*/ 87 h 324"/>
                <a:gd name="T6" fmla="*/ 132 w 216"/>
                <a:gd name="T7" fmla="*/ 177 h 324"/>
                <a:gd name="T8" fmla="*/ 35 w 216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" h="324">
                  <a:moveTo>
                    <a:pt x="35" y="324"/>
                  </a:moveTo>
                  <a:cubicBezTo>
                    <a:pt x="35" y="324"/>
                    <a:pt x="0" y="174"/>
                    <a:pt x="66" y="87"/>
                  </a:cubicBezTo>
                  <a:cubicBezTo>
                    <a:pt x="132" y="0"/>
                    <a:pt x="202" y="60"/>
                    <a:pt x="205" y="87"/>
                  </a:cubicBezTo>
                  <a:cubicBezTo>
                    <a:pt x="209" y="114"/>
                    <a:pt x="216" y="145"/>
                    <a:pt x="132" y="177"/>
                  </a:cubicBezTo>
                  <a:cubicBezTo>
                    <a:pt x="47" y="209"/>
                    <a:pt x="35" y="324"/>
                    <a:pt x="35" y="324"/>
                  </a:cubicBezTo>
                  <a:close/>
                </a:path>
              </a:pathLst>
            </a:custGeom>
            <a:solidFill>
              <a:srgbClr val="E0626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00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D38F2C5F-999F-466D-9A13-59FEDADF467E}"/>
                </a:ext>
              </a:extLst>
            </p:cNvPr>
            <p:cNvSpPr>
              <a:spLocks/>
            </p:cNvSpPr>
            <p:nvPr/>
          </p:nvSpPr>
          <p:spPr bwMode="auto">
            <a:xfrm rot="21265379" flipH="1">
              <a:off x="4006997" y="4789768"/>
              <a:ext cx="449978" cy="670086"/>
            </a:xfrm>
            <a:custGeom>
              <a:avLst/>
              <a:gdLst>
                <a:gd name="T0" fmla="*/ 35 w 216"/>
                <a:gd name="T1" fmla="*/ 324 h 324"/>
                <a:gd name="T2" fmla="*/ 66 w 216"/>
                <a:gd name="T3" fmla="*/ 87 h 324"/>
                <a:gd name="T4" fmla="*/ 205 w 216"/>
                <a:gd name="T5" fmla="*/ 87 h 324"/>
                <a:gd name="T6" fmla="*/ 132 w 216"/>
                <a:gd name="T7" fmla="*/ 177 h 324"/>
                <a:gd name="T8" fmla="*/ 35 w 216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" h="324">
                  <a:moveTo>
                    <a:pt x="35" y="324"/>
                  </a:moveTo>
                  <a:cubicBezTo>
                    <a:pt x="35" y="324"/>
                    <a:pt x="0" y="174"/>
                    <a:pt x="66" y="87"/>
                  </a:cubicBezTo>
                  <a:cubicBezTo>
                    <a:pt x="132" y="0"/>
                    <a:pt x="202" y="60"/>
                    <a:pt x="205" y="87"/>
                  </a:cubicBezTo>
                  <a:cubicBezTo>
                    <a:pt x="209" y="114"/>
                    <a:pt x="216" y="145"/>
                    <a:pt x="132" y="177"/>
                  </a:cubicBezTo>
                  <a:cubicBezTo>
                    <a:pt x="47" y="209"/>
                    <a:pt x="35" y="324"/>
                    <a:pt x="35" y="324"/>
                  </a:cubicBezTo>
                  <a:close/>
                </a:path>
              </a:pathLst>
            </a:custGeom>
            <a:solidFill>
              <a:srgbClr val="E0626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00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F0E2EDF2-D8E7-4F4B-84CB-E9B9B35419A6}"/>
                </a:ext>
              </a:extLst>
            </p:cNvPr>
            <p:cNvSpPr>
              <a:spLocks/>
            </p:cNvSpPr>
            <p:nvPr/>
          </p:nvSpPr>
          <p:spPr bwMode="auto">
            <a:xfrm rot="20960222">
              <a:off x="4396002" y="4576571"/>
              <a:ext cx="338075" cy="503445"/>
            </a:xfrm>
            <a:custGeom>
              <a:avLst/>
              <a:gdLst>
                <a:gd name="T0" fmla="*/ 35 w 216"/>
                <a:gd name="T1" fmla="*/ 324 h 324"/>
                <a:gd name="T2" fmla="*/ 66 w 216"/>
                <a:gd name="T3" fmla="*/ 87 h 324"/>
                <a:gd name="T4" fmla="*/ 205 w 216"/>
                <a:gd name="T5" fmla="*/ 87 h 324"/>
                <a:gd name="T6" fmla="*/ 132 w 216"/>
                <a:gd name="T7" fmla="*/ 177 h 324"/>
                <a:gd name="T8" fmla="*/ 35 w 216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" h="324">
                  <a:moveTo>
                    <a:pt x="35" y="324"/>
                  </a:moveTo>
                  <a:cubicBezTo>
                    <a:pt x="35" y="324"/>
                    <a:pt x="0" y="174"/>
                    <a:pt x="66" y="87"/>
                  </a:cubicBezTo>
                  <a:cubicBezTo>
                    <a:pt x="132" y="0"/>
                    <a:pt x="202" y="60"/>
                    <a:pt x="205" y="87"/>
                  </a:cubicBezTo>
                  <a:cubicBezTo>
                    <a:pt x="209" y="114"/>
                    <a:pt x="216" y="145"/>
                    <a:pt x="132" y="177"/>
                  </a:cubicBezTo>
                  <a:cubicBezTo>
                    <a:pt x="47" y="209"/>
                    <a:pt x="35" y="324"/>
                    <a:pt x="35" y="324"/>
                  </a:cubicBezTo>
                  <a:close/>
                </a:path>
              </a:pathLst>
            </a:custGeom>
            <a:solidFill>
              <a:srgbClr val="E0626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8432616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-모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2BCFFD-56DC-42F5-9989-F0D0DE6CDDE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4" name="Group 47">
            <a:extLst>
              <a:ext uri="{FF2B5EF4-FFF2-40B4-BE49-F238E27FC236}">
                <a16:creationId xmlns:a16="http://schemas.microsoft.com/office/drawing/2014/main" id="{96245328-AAE5-4306-81A7-B26FA0480340}"/>
              </a:ext>
            </a:extLst>
          </p:cNvPr>
          <p:cNvGrpSpPr/>
          <p:nvPr userDrawn="1"/>
        </p:nvGrpSpPr>
        <p:grpSpPr>
          <a:xfrm>
            <a:off x="0" y="3416126"/>
            <a:ext cx="12192000" cy="3441874"/>
            <a:chOff x="0" y="3416126"/>
            <a:chExt cx="9144000" cy="3441874"/>
          </a:xfrm>
          <a:solidFill>
            <a:schemeClr val="bg1"/>
          </a:solidFill>
        </p:grpSpPr>
        <p:sp>
          <p:nvSpPr>
            <p:cNvPr id="5" name="Freeform: Shape 45">
              <a:extLst>
                <a:ext uri="{FF2B5EF4-FFF2-40B4-BE49-F238E27FC236}">
                  <a16:creationId xmlns:a16="http://schemas.microsoft.com/office/drawing/2014/main" id="{903A350E-988B-41EB-9CB3-51EC136F270A}"/>
                </a:ext>
              </a:extLst>
            </p:cNvPr>
            <p:cNvSpPr/>
            <p:nvPr/>
          </p:nvSpPr>
          <p:spPr>
            <a:xfrm>
              <a:off x="0" y="3416126"/>
              <a:ext cx="4536060" cy="3441874"/>
            </a:xfrm>
            <a:custGeom>
              <a:avLst/>
              <a:gdLst>
                <a:gd name="connsiteX0" fmla="*/ 0 w 4536060"/>
                <a:gd name="connsiteY0" fmla="*/ 0 h 3441874"/>
                <a:gd name="connsiteX1" fmla="*/ 2355011 w 4536060"/>
                <a:gd name="connsiteY1" fmla="*/ 2001328 h 3441874"/>
                <a:gd name="connsiteX2" fmla="*/ 4149306 w 4536060"/>
                <a:gd name="connsiteY2" fmla="*/ 2568754 h 3441874"/>
                <a:gd name="connsiteX3" fmla="*/ 4519164 w 4536060"/>
                <a:gd name="connsiteY3" fmla="*/ 3324645 h 3441874"/>
                <a:gd name="connsiteX4" fmla="*/ 4536060 w 4536060"/>
                <a:gd name="connsiteY4" fmla="*/ 3441874 h 3441874"/>
                <a:gd name="connsiteX5" fmla="*/ 0 w 4536060"/>
                <a:gd name="connsiteY5" fmla="*/ 3441874 h 3441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36060" h="3441874">
                  <a:moveTo>
                    <a:pt x="0" y="0"/>
                  </a:moveTo>
                  <a:cubicBezTo>
                    <a:pt x="12940" y="1545885"/>
                    <a:pt x="1853241" y="1866500"/>
                    <a:pt x="2355011" y="2001328"/>
                  </a:cubicBezTo>
                  <a:cubicBezTo>
                    <a:pt x="2856781" y="2136156"/>
                    <a:pt x="3723736" y="2100051"/>
                    <a:pt x="4149306" y="2568754"/>
                  </a:cubicBezTo>
                  <a:cubicBezTo>
                    <a:pt x="4362091" y="2803106"/>
                    <a:pt x="4467046" y="3052553"/>
                    <a:pt x="4519164" y="3324645"/>
                  </a:cubicBezTo>
                  <a:lnTo>
                    <a:pt x="4536060" y="3441874"/>
                  </a:lnTo>
                  <a:lnTo>
                    <a:pt x="0" y="344187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" name="Freeform: Shape 46">
              <a:extLst>
                <a:ext uri="{FF2B5EF4-FFF2-40B4-BE49-F238E27FC236}">
                  <a16:creationId xmlns:a16="http://schemas.microsoft.com/office/drawing/2014/main" id="{5FE939BA-27E0-4E6C-B75A-C2D80312D570}"/>
                </a:ext>
              </a:extLst>
            </p:cNvPr>
            <p:cNvSpPr/>
            <p:nvPr/>
          </p:nvSpPr>
          <p:spPr>
            <a:xfrm flipH="1">
              <a:off x="4607940" y="3416126"/>
              <a:ext cx="4536060" cy="3441874"/>
            </a:xfrm>
            <a:custGeom>
              <a:avLst/>
              <a:gdLst>
                <a:gd name="connsiteX0" fmla="*/ 0 w 4536060"/>
                <a:gd name="connsiteY0" fmla="*/ 0 h 3441874"/>
                <a:gd name="connsiteX1" fmla="*/ 0 w 4536060"/>
                <a:gd name="connsiteY1" fmla="*/ 3441874 h 3441874"/>
                <a:gd name="connsiteX2" fmla="*/ 4536060 w 4536060"/>
                <a:gd name="connsiteY2" fmla="*/ 3441874 h 3441874"/>
                <a:gd name="connsiteX3" fmla="*/ 4519164 w 4536060"/>
                <a:gd name="connsiteY3" fmla="*/ 3324645 h 3441874"/>
                <a:gd name="connsiteX4" fmla="*/ 4149306 w 4536060"/>
                <a:gd name="connsiteY4" fmla="*/ 2568754 h 3441874"/>
                <a:gd name="connsiteX5" fmla="*/ 2355011 w 4536060"/>
                <a:gd name="connsiteY5" fmla="*/ 2001328 h 3441874"/>
                <a:gd name="connsiteX6" fmla="*/ 0 w 4536060"/>
                <a:gd name="connsiteY6" fmla="*/ 0 h 3441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6060" h="3441874">
                  <a:moveTo>
                    <a:pt x="0" y="0"/>
                  </a:moveTo>
                  <a:lnTo>
                    <a:pt x="0" y="3441874"/>
                  </a:lnTo>
                  <a:lnTo>
                    <a:pt x="4536060" y="3441874"/>
                  </a:lnTo>
                  <a:lnTo>
                    <a:pt x="4519164" y="3324645"/>
                  </a:lnTo>
                  <a:cubicBezTo>
                    <a:pt x="4467046" y="3052553"/>
                    <a:pt x="4362091" y="2803106"/>
                    <a:pt x="4149306" y="2568754"/>
                  </a:cubicBezTo>
                  <a:cubicBezTo>
                    <a:pt x="3723736" y="2100051"/>
                    <a:pt x="2856781" y="2136156"/>
                    <a:pt x="2355011" y="2001328"/>
                  </a:cubicBezTo>
                  <a:cubicBezTo>
                    <a:pt x="1853241" y="1866500"/>
                    <a:pt x="12940" y="154588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</p:grpSp>
      <p:sp>
        <p:nvSpPr>
          <p:cNvPr id="7" name="Oval 27">
            <a:extLst>
              <a:ext uri="{FF2B5EF4-FFF2-40B4-BE49-F238E27FC236}">
                <a16:creationId xmlns:a16="http://schemas.microsoft.com/office/drawing/2014/main" id="{D71774AC-3ED1-4828-B9E0-B31D79416463}"/>
              </a:ext>
            </a:extLst>
          </p:cNvPr>
          <p:cNvSpPr/>
          <p:nvPr userDrawn="1"/>
        </p:nvSpPr>
        <p:spPr>
          <a:xfrm>
            <a:off x="8489728" y="6265522"/>
            <a:ext cx="1079944" cy="809958"/>
          </a:xfrm>
          <a:prstGeom prst="ellipse">
            <a:avLst/>
          </a:prstGeom>
          <a:ln w="57150" cap="rnd">
            <a:solidFill>
              <a:schemeClr val="bg1">
                <a:lumMod val="75000"/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171CC242-5EEB-4746-9F17-66053BA2A597}"/>
              </a:ext>
            </a:extLst>
          </p:cNvPr>
          <p:cNvSpPr/>
          <p:nvPr userDrawn="1"/>
        </p:nvSpPr>
        <p:spPr>
          <a:xfrm>
            <a:off x="11243893" y="6510278"/>
            <a:ext cx="1662587" cy="1246940"/>
          </a:xfrm>
          <a:prstGeom prst="ellipse">
            <a:avLst/>
          </a:prstGeom>
          <a:ln w="57150" cap="rnd">
            <a:solidFill>
              <a:schemeClr val="bg1">
                <a:lumMod val="75000"/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9A9436B5-F595-445C-A25D-6848BBE88C46}"/>
              </a:ext>
            </a:extLst>
          </p:cNvPr>
          <p:cNvCxnSpPr/>
          <p:nvPr userDrawn="1"/>
        </p:nvCxnSpPr>
        <p:spPr>
          <a:xfrm flipV="1">
            <a:off x="-84712" y="4049350"/>
            <a:ext cx="1117600" cy="838200"/>
          </a:xfrm>
          <a:prstGeom prst="line">
            <a:avLst/>
          </a:prstGeom>
          <a:ln w="44450" cap="rnd">
            <a:solidFill>
              <a:srgbClr val="AAE4E3">
                <a:alpha val="54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6">
            <a:extLst>
              <a:ext uri="{FF2B5EF4-FFF2-40B4-BE49-F238E27FC236}">
                <a16:creationId xmlns:a16="http://schemas.microsoft.com/office/drawing/2014/main" id="{71D39109-D790-4EBA-A1EC-979B304400DD}"/>
              </a:ext>
            </a:extLst>
          </p:cNvPr>
          <p:cNvCxnSpPr/>
          <p:nvPr userDrawn="1"/>
        </p:nvCxnSpPr>
        <p:spPr>
          <a:xfrm flipV="1">
            <a:off x="373583" y="3956436"/>
            <a:ext cx="1117600" cy="838200"/>
          </a:xfrm>
          <a:prstGeom prst="line">
            <a:avLst/>
          </a:prstGeom>
          <a:ln w="88900" cap="rnd">
            <a:solidFill>
              <a:srgbClr val="E6E6E6">
                <a:alpha val="3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29">
            <a:extLst>
              <a:ext uri="{FF2B5EF4-FFF2-40B4-BE49-F238E27FC236}">
                <a16:creationId xmlns:a16="http://schemas.microsoft.com/office/drawing/2014/main" id="{657FFC4A-42FD-4B5F-9034-781505C634F4}"/>
              </a:ext>
            </a:extLst>
          </p:cNvPr>
          <p:cNvSpPr/>
          <p:nvPr userDrawn="1"/>
        </p:nvSpPr>
        <p:spPr>
          <a:xfrm>
            <a:off x="3365602" y="6635651"/>
            <a:ext cx="981767" cy="736325"/>
          </a:xfrm>
          <a:prstGeom prst="ellipse">
            <a:avLst/>
          </a:prstGeom>
          <a:ln w="57150" cap="rnd">
            <a:solidFill>
              <a:schemeClr val="bg1">
                <a:lumMod val="75000"/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" name="Oval 30">
            <a:extLst>
              <a:ext uri="{FF2B5EF4-FFF2-40B4-BE49-F238E27FC236}">
                <a16:creationId xmlns:a16="http://schemas.microsoft.com/office/drawing/2014/main" id="{C1210775-BE01-4B23-99F4-55FB15FD72BC}"/>
              </a:ext>
            </a:extLst>
          </p:cNvPr>
          <p:cNvSpPr/>
          <p:nvPr userDrawn="1"/>
        </p:nvSpPr>
        <p:spPr>
          <a:xfrm>
            <a:off x="-691009" y="5792333"/>
            <a:ext cx="1567885" cy="1175914"/>
          </a:xfrm>
          <a:prstGeom prst="ellipse">
            <a:avLst/>
          </a:prstGeom>
          <a:ln w="57150" cap="rnd">
            <a:solidFill>
              <a:schemeClr val="bg1">
                <a:lumMod val="75000"/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5EC598BF-939E-4010-814B-7DF970540550}"/>
              </a:ext>
            </a:extLst>
          </p:cNvPr>
          <p:cNvCxnSpPr>
            <a:cxnSpLocks/>
          </p:cNvCxnSpPr>
          <p:nvPr userDrawn="1"/>
        </p:nvCxnSpPr>
        <p:spPr>
          <a:xfrm flipV="1">
            <a:off x="-651502" y="6053847"/>
            <a:ext cx="1833179" cy="1374884"/>
          </a:xfrm>
          <a:prstGeom prst="line">
            <a:avLst/>
          </a:prstGeom>
          <a:ln w="57150" cap="rnd">
            <a:solidFill>
              <a:srgbClr val="AAE4E3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3">
            <a:extLst>
              <a:ext uri="{FF2B5EF4-FFF2-40B4-BE49-F238E27FC236}">
                <a16:creationId xmlns:a16="http://schemas.microsoft.com/office/drawing/2014/main" id="{7F791CEA-9402-488C-9605-76A28EB18BB1}"/>
              </a:ext>
            </a:extLst>
          </p:cNvPr>
          <p:cNvCxnSpPr>
            <a:cxnSpLocks/>
          </p:cNvCxnSpPr>
          <p:nvPr userDrawn="1"/>
        </p:nvCxnSpPr>
        <p:spPr>
          <a:xfrm flipV="1">
            <a:off x="11275411" y="4355138"/>
            <a:ext cx="1833179" cy="1374884"/>
          </a:xfrm>
          <a:prstGeom prst="line">
            <a:avLst/>
          </a:prstGeom>
          <a:ln w="44450" cap="rnd">
            <a:solidFill>
              <a:srgbClr val="E6E6E6">
                <a:alpha val="4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4">
            <a:extLst>
              <a:ext uri="{FF2B5EF4-FFF2-40B4-BE49-F238E27FC236}">
                <a16:creationId xmlns:a16="http://schemas.microsoft.com/office/drawing/2014/main" id="{DC715291-87A5-41D3-8BE4-06B490659D5D}"/>
              </a:ext>
            </a:extLst>
          </p:cNvPr>
          <p:cNvCxnSpPr/>
          <p:nvPr userDrawn="1"/>
        </p:nvCxnSpPr>
        <p:spPr>
          <a:xfrm flipV="1">
            <a:off x="11551744" y="4409194"/>
            <a:ext cx="1117600" cy="838200"/>
          </a:xfrm>
          <a:prstGeom prst="line">
            <a:avLst/>
          </a:prstGeom>
          <a:ln w="88900" cap="rnd">
            <a:solidFill>
              <a:srgbClr val="AAE4E3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43">
            <a:extLst>
              <a:ext uri="{FF2B5EF4-FFF2-40B4-BE49-F238E27FC236}">
                <a16:creationId xmlns:a16="http://schemas.microsoft.com/office/drawing/2014/main" id="{27663569-3ADC-4481-B214-3C5F6A931672}"/>
              </a:ext>
            </a:extLst>
          </p:cNvPr>
          <p:cNvCxnSpPr>
            <a:cxnSpLocks/>
          </p:cNvCxnSpPr>
          <p:nvPr userDrawn="1"/>
        </p:nvCxnSpPr>
        <p:spPr>
          <a:xfrm flipV="1">
            <a:off x="7477299" y="6129807"/>
            <a:ext cx="1833179" cy="1374884"/>
          </a:xfrm>
          <a:prstGeom prst="line">
            <a:avLst/>
          </a:prstGeom>
          <a:ln w="57150" cap="rnd">
            <a:solidFill>
              <a:srgbClr val="AAE4E3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48">
            <a:extLst>
              <a:ext uri="{FF2B5EF4-FFF2-40B4-BE49-F238E27FC236}">
                <a16:creationId xmlns:a16="http://schemas.microsoft.com/office/drawing/2014/main" id="{76452E4A-8F5B-411C-A3BA-F62465D32883}"/>
              </a:ext>
            </a:extLst>
          </p:cNvPr>
          <p:cNvSpPr/>
          <p:nvPr userDrawn="1"/>
        </p:nvSpPr>
        <p:spPr>
          <a:xfrm>
            <a:off x="2443318" y="5584295"/>
            <a:ext cx="344103" cy="258077"/>
          </a:xfrm>
          <a:prstGeom prst="ellipse">
            <a:avLst/>
          </a:prstGeom>
          <a:ln w="57150" cap="rnd">
            <a:solidFill>
              <a:schemeClr val="bg1">
                <a:lumMod val="75000"/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" name="Oval 49">
            <a:extLst>
              <a:ext uri="{FF2B5EF4-FFF2-40B4-BE49-F238E27FC236}">
                <a16:creationId xmlns:a16="http://schemas.microsoft.com/office/drawing/2014/main" id="{2B3D3900-CF23-4175-B3BC-B7F9843A8517}"/>
              </a:ext>
            </a:extLst>
          </p:cNvPr>
          <p:cNvSpPr/>
          <p:nvPr userDrawn="1"/>
        </p:nvSpPr>
        <p:spPr>
          <a:xfrm>
            <a:off x="10014722" y="5534258"/>
            <a:ext cx="344103" cy="258077"/>
          </a:xfrm>
          <a:prstGeom prst="ellipse">
            <a:avLst/>
          </a:prstGeom>
          <a:ln w="57150" cap="rnd">
            <a:solidFill>
              <a:schemeClr val="bg1">
                <a:lumMod val="75000"/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0" name="Oval 50">
            <a:extLst>
              <a:ext uri="{FF2B5EF4-FFF2-40B4-BE49-F238E27FC236}">
                <a16:creationId xmlns:a16="http://schemas.microsoft.com/office/drawing/2014/main" id="{AAA2A06B-351B-4321-B772-34DF920DC55F}"/>
              </a:ext>
            </a:extLst>
          </p:cNvPr>
          <p:cNvSpPr/>
          <p:nvPr userDrawn="1"/>
        </p:nvSpPr>
        <p:spPr>
          <a:xfrm>
            <a:off x="7033402" y="6506612"/>
            <a:ext cx="344103" cy="258077"/>
          </a:xfrm>
          <a:prstGeom prst="ellipse">
            <a:avLst/>
          </a:prstGeom>
          <a:ln w="57150" cap="rnd">
            <a:solidFill>
              <a:schemeClr val="bg1">
                <a:lumMod val="75000"/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1" name="Oval 51">
            <a:extLst>
              <a:ext uri="{FF2B5EF4-FFF2-40B4-BE49-F238E27FC236}">
                <a16:creationId xmlns:a16="http://schemas.microsoft.com/office/drawing/2014/main" id="{8BCFB28F-1C24-47D2-98A0-5DB46B666188}"/>
              </a:ext>
            </a:extLst>
          </p:cNvPr>
          <p:cNvSpPr/>
          <p:nvPr userDrawn="1"/>
        </p:nvSpPr>
        <p:spPr>
          <a:xfrm>
            <a:off x="4707787" y="5995011"/>
            <a:ext cx="74887" cy="56165"/>
          </a:xfrm>
          <a:prstGeom prst="ellipse">
            <a:avLst/>
          </a:prstGeom>
          <a:ln w="57150" cap="rnd">
            <a:solidFill>
              <a:schemeClr val="bg1">
                <a:lumMod val="75000"/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2" name="Oval 52">
            <a:extLst>
              <a:ext uri="{FF2B5EF4-FFF2-40B4-BE49-F238E27FC236}">
                <a16:creationId xmlns:a16="http://schemas.microsoft.com/office/drawing/2014/main" id="{1FD98717-FEF0-410D-96A3-47DD94F9FD4F}"/>
              </a:ext>
            </a:extLst>
          </p:cNvPr>
          <p:cNvSpPr/>
          <p:nvPr userDrawn="1"/>
        </p:nvSpPr>
        <p:spPr>
          <a:xfrm>
            <a:off x="2219582" y="6450446"/>
            <a:ext cx="74887" cy="56165"/>
          </a:xfrm>
          <a:prstGeom prst="ellipse">
            <a:avLst/>
          </a:prstGeom>
          <a:ln w="57150" cap="rnd">
            <a:solidFill>
              <a:schemeClr val="bg1">
                <a:lumMod val="75000"/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3" name="Oval 53">
            <a:extLst>
              <a:ext uri="{FF2B5EF4-FFF2-40B4-BE49-F238E27FC236}">
                <a16:creationId xmlns:a16="http://schemas.microsoft.com/office/drawing/2014/main" id="{6363BA5A-DED5-4EE0-BAF1-712B10EF6C21}"/>
              </a:ext>
            </a:extLst>
          </p:cNvPr>
          <p:cNvSpPr/>
          <p:nvPr userDrawn="1"/>
        </p:nvSpPr>
        <p:spPr>
          <a:xfrm>
            <a:off x="8328663" y="5853284"/>
            <a:ext cx="74887" cy="56165"/>
          </a:xfrm>
          <a:prstGeom prst="ellipse">
            <a:avLst/>
          </a:prstGeom>
          <a:ln w="57150" cap="rnd">
            <a:solidFill>
              <a:schemeClr val="bg1">
                <a:lumMod val="75000"/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72F1402D-2433-47F9-9021-49604C0892CB}"/>
              </a:ext>
            </a:extLst>
          </p:cNvPr>
          <p:cNvSpPr>
            <a:spLocks/>
          </p:cNvSpPr>
          <p:nvPr userDrawn="1"/>
        </p:nvSpPr>
        <p:spPr bwMode="auto">
          <a:xfrm>
            <a:off x="5980576" y="4859796"/>
            <a:ext cx="966259" cy="1079183"/>
          </a:xfrm>
          <a:custGeom>
            <a:avLst/>
            <a:gdLst>
              <a:gd name="T0" fmla="*/ 35 w 216"/>
              <a:gd name="T1" fmla="*/ 324 h 324"/>
              <a:gd name="T2" fmla="*/ 66 w 216"/>
              <a:gd name="T3" fmla="*/ 87 h 324"/>
              <a:gd name="T4" fmla="*/ 205 w 216"/>
              <a:gd name="T5" fmla="*/ 87 h 324"/>
              <a:gd name="T6" fmla="*/ 132 w 216"/>
              <a:gd name="T7" fmla="*/ 177 h 324"/>
              <a:gd name="T8" fmla="*/ 35 w 216"/>
              <a:gd name="T9" fmla="*/ 324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324">
                <a:moveTo>
                  <a:pt x="35" y="324"/>
                </a:moveTo>
                <a:cubicBezTo>
                  <a:pt x="35" y="324"/>
                  <a:pt x="0" y="174"/>
                  <a:pt x="66" y="87"/>
                </a:cubicBezTo>
                <a:cubicBezTo>
                  <a:pt x="132" y="0"/>
                  <a:pt x="202" y="60"/>
                  <a:pt x="205" y="87"/>
                </a:cubicBezTo>
                <a:cubicBezTo>
                  <a:pt x="209" y="114"/>
                  <a:pt x="216" y="145"/>
                  <a:pt x="132" y="177"/>
                </a:cubicBezTo>
                <a:cubicBezTo>
                  <a:pt x="47" y="209"/>
                  <a:pt x="35" y="324"/>
                  <a:pt x="35" y="3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800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E2E6C4F0-2EBF-416D-8B50-97E64E981139}"/>
              </a:ext>
            </a:extLst>
          </p:cNvPr>
          <p:cNvSpPr>
            <a:spLocks/>
          </p:cNvSpPr>
          <p:nvPr userDrawn="1"/>
        </p:nvSpPr>
        <p:spPr bwMode="auto">
          <a:xfrm rot="21265379" flipH="1">
            <a:off x="5342663" y="4789768"/>
            <a:ext cx="599971" cy="670086"/>
          </a:xfrm>
          <a:custGeom>
            <a:avLst/>
            <a:gdLst>
              <a:gd name="T0" fmla="*/ 35 w 216"/>
              <a:gd name="T1" fmla="*/ 324 h 324"/>
              <a:gd name="T2" fmla="*/ 66 w 216"/>
              <a:gd name="T3" fmla="*/ 87 h 324"/>
              <a:gd name="T4" fmla="*/ 205 w 216"/>
              <a:gd name="T5" fmla="*/ 87 h 324"/>
              <a:gd name="T6" fmla="*/ 132 w 216"/>
              <a:gd name="T7" fmla="*/ 177 h 324"/>
              <a:gd name="T8" fmla="*/ 35 w 216"/>
              <a:gd name="T9" fmla="*/ 324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324">
                <a:moveTo>
                  <a:pt x="35" y="324"/>
                </a:moveTo>
                <a:cubicBezTo>
                  <a:pt x="35" y="324"/>
                  <a:pt x="0" y="174"/>
                  <a:pt x="66" y="87"/>
                </a:cubicBezTo>
                <a:cubicBezTo>
                  <a:pt x="132" y="0"/>
                  <a:pt x="202" y="60"/>
                  <a:pt x="205" y="87"/>
                </a:cubicBezTo>
                <a:cubicBezTo>
                  <a:pt x="209" y="114"/>
                  <a:pt x="216" y="145"/>
                  <a:pt x="132" y="177"/>
                </a:cubicBezTo>
                <a:cubicBezTo>
                  <a:pt x="47" y="209"/>
                  <a:pt x="35" y="324"/>
                  <a:pt x="35" y="3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800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7E2EC7A1-111E-4170-B2E1-C54A9125CA4C}"/>
              </a:ext>
            </a:extLst>
          </p:cNvPr>
          <p:cNvSpPr>
            <a:spLocks/>
          </p:cNvSpPr>
          <p:nvPr userDrawn="1"/>
        </p:nvSpPr>
        <p:spPr bwMode="auto">
          <a:xfrm rot="20960222">
            <a:off x="5861339" y="4576571"/>
            <a:ext cx="450767" cy="503446"/>
          </a:xfrm>
          <a:custGeom>
            <a:avLst/>
            <a:gdLst>
              <a:gd name="T0" fmla="*/ 35 w 216"/>
              <a:gd name="T1" fmla="*/ 324 h 324"/>
              <a:gd name="T2" fmla="*/ 66 w 216"/>
              <a:gd name="T3" fmla="*/ 87 h 324"/>
              <a:gd name="T4" fmla="*/ 205 w 216"/>
              <a:gd name="T5" fmla="*/ 87 h 324"/>
              <a:gd name="T6" fmla="*/ 132 w 216"/>
              <a:gd name="T7" fmla="*/ 177 h 324"/>
              <a:gd name="T8" fmla="*/ 35 w 216"/>
              <a:gd name="T9" fmla="*/ 324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324">
                <a:moveTo>
                  <a:pt x="35" y="324"/>
                </a:moveTo>
                <a:cubicBezTo>
                  <a:pt x="35" y="324"/>
                  <a:pt x="0" y="174"/>
                  <a:pt x="66" y="87"/>
                </a:cubicBezTo>
                <a:cubicBezTo>
                  <a:pt x="132" y="0"/>
                  <a:pt x="202" y="60"/>
                  <a:pt x="205" y="87"/>
                </a:cubicBezTo>
                <a:cubicBezTo>
                  <a:pt x="209" y="114"/>
                  <a:pt x="216" y="145"/>
                  <a:pt x="132" y="177"/>
                </a:cubicBezTo>
                <a:cubicBezTo>
                  <a:pt x="47" y="209"/>
                  <a:pt x="35" y="324"/>
                  <a:pt x="35" y="3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5719382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-레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2BCFFD-56DC-42F5-9989-F0D0DE6CDDE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4" name="Group 47">
            <a:extLst>
              <a:ext uri="{FF2B5EF4-FFF2-40B4-BE49-F238E27FC236}">
                <a16:creationId xmlns:a16="http://schemas.microsoft.com/office/drawing/2014/main" id="{96245328-AAE5-4306-81A7-B26FA0480340}"/>
              </a:ext>
            </a:extLst>
          </p:cNvPr>
          <p:cNvGrpSpPr/>
          <p:nvPr userDrawn="1"/>
        </p:nvGrpSpPr>
        <p:grpSpPr>
          <a:xfrm>
            <a:off x="0" y="3416126"/>
            <a:ext cx="12192000" cy="3441874"/>
            <a:chOff x="0" y="3416126"/>
            <a:chExt cx="9144000" cy="3441874"/>
          </a:xfrm>
          <a:solidFill>
            <a:schemeClr val="bg1"/>
          </a:solidFill>
        </p:grpSpPr>
        <p:sp>
          <p:nvSpPr>
            <p:cNvPr id="5" name="Freeform: Shape 45">
              <a:extLst>
                <a:ext uri="{FF2B5EF4-FFF2-40B4-BE49-F238E27FC236}">
                  <a16:creationId xmlns:a16="http://schemas.microsoft.com/office/drawing/2014/main" id="{903A350E-988B-41EB-9CB3-51EC136F270A}"/>
                </a:ext>
              </a:extLst>
            </p:cNvPr>
            <p:cNvSpPr/>
            <p:nvPr/>
          </p:nvSpPr>
          <p:spPr>
            <a:xfrm>
              <a:off x="0" y="3416126"/>
              <a:ext cx="4536060" cy="3441874"/>
            </a:xfrm>
            <a:custGeom>
              <a:avLst/>
              <a:gdLst>
                <a:gd name="connsiteX0" fmla="*/ 0 w 4536060"/>
                <a:gd name="connsiteY0" fmla="*/ 0 h 3441874"/>
                <a:gd name="connsiteX1" fmla="*/ 2355011 w 4536060"/>
                <a:gd name="connsiteY1" fmla="*/ 2001328 h 3441874"/>
                <a:gd name="connsiteX2" fmla="*/ 4149306 w 4536060"/>
                <a:gd name="connsiteY2" fmla="*/ 2568754 h 3441874"/>
                <a:gd name="connsiteX3" fmla="*/ 4519164 w 4536060"/>
                <a:gd name="connsiteY3" fmla="*/ 3324645 h 3441874"/>
                <a:gd name="connsiteX4" fmla="*/ 4536060 w 4536060"/>
                <a:gd name="connsiteY4" fmla="*/ 3441874 h 3441874"/>
                <a:gd name="connsiteX5" fmla="*/ 0 w 4536060"/>
                <a:gd name="connsiteY5" fmla="*/ 3441874 h 3441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36060" h="3441874">
                  <a:moveTo>
                    <a:pt x="0" y="0"/>
                  </a:moveTo>
                  <a:cubicBezTo>
                    <a:pt x="12940" y="1545885"/>
                    <a:pt x="1853241" y="1866500"/>
                    <a:pt x="2355011" y="2001328"/>
                  </a:cubicBezTo>
                  <a:cubicBezTo>
                    <a:pt x="2856781" y="2136156"/>
                    <a:pt x="3723736" y="2100051"/>
                    <a:pt x="4149306" y="2568754"/>
                  </a:cubicBezTo>
                  <a:cubicBezTo>
                    <a:pt x="4362091" y="2803106"/>
                    <a:pt x="4467046" y="3052553"/>
                    <a:pt x="4519164" y="3324645"/>
                  </a:cubicBezTo>
                  <a:lnTo>
                    <a:pt x="4536060" y="3441874"/>
                  </a:lnTo>
                  <a:lnTo>
                    <a:pt x="0" y="344187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" name="Freeform: Shape 46">
              <a:extLst>
                <a:ext uri="{FF2B5EF4-FFF2-40B4-BE49-F238E27FC236}">
                  <a16:creationId xmlns:a16="http://schemas.microsoft.com/office/drawing/2014/main" id="{5FE939BA-27E0-4E6C-B75A-C2D80312D570}"/>
                </a:ext>
              </a:extLst>
            </p:cNvPr>
            <p:cNvSpPr/>
            <p:nvPr/>
          </p:nvSpPr>
          <p:spPr>
            <a:xfrm flipH="1">
              <a:off x="4607940" y="3416126"/>
              <a:ext cx="4536060" cy="3441874"/>
            </a:xfrm>
            <a:custGeom>
              <a:avLst/>
              <a:gdLst>
                <a:gd name="connsiteX0" fmla="*/ 0 w 4536060"/>
                <a:gd name="connsiteY0" fmla="*/ 0 h 3441874"/>
                <a:gd name="connsiteX1" fmla="*/ 0 w 4536060"/>
                <a:gd name="connsiteY1" fmla="*/ 3441874 h 3441874"/>
                <a:gd name="connsiteX2" fmla="*/ 4536060 w 4536060"/>
                <a:gd name="connsiteY2" fmla="*/ 3441874 h 3441874"/>
                <a:gd name="connsiteX3" fmla="*/ 4519164 w 4536060"/>
                <a:gd name="connsiteY3" fmla="*/ 3324645 h 3441874"/>
                <a:gd name="connsiteX4" fmla="*/ 4149306 w 4536060"/>
                <a:gd name="connsiteY4" fmla="*/ 2568754 h 3441874"/>
                <a:gd name="connsiteX5" fmla="*/ 2355011 w 4536060"/>
                <a:gd name="connsiteY5" fmla="*/ 2001328 h 3441874"/>
                <a:gd name="connsiteX6" fmla="*/ 0 w 4536060"/>
                <a:gd name="connsiteY6" fmla="*/ 0 h 3441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6060" h="3441874">
                  <a:moveTo>
                    <a:pt x="0" y="0"/>
                  </a:moveTo>
                  <a:lnTo>
                    <a:pt x="0" y="3441874"/>
                  </a:lnTo>
                  <a:lnTo>
                    <a:pt x="4536060" y="3441874"/>
                  </a:lnTo>
                  <a:lnTo>
                    <a:pt x="4519164" y="3324645"/>
                  </a:lnTo>
                  <a:cubicBezTo>
                    <a:pt x="4467046" y="3052553"/>
                    <a:pt x="4362091" y="2803106"/>
                    <a:pt x="4149306" y="2568754"/>
                  </a:cubicBezTo>
                  <a:cubicBezTo>
                    <a:pt x="3723736" y="2100051"/>
                    <a:pt x="2856781" y="2136156"/>
                    <a:pt x="2355011" y="2001328"/>
                  </a:cubicBezTo>
                  <a:cubicBezTo>
                    <a:pt x="1853241" y="1866500"/>
                    <a:pt x="12940" y="154588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</p:grpSp>
      <p:sp>
        <p:nvSpPr>
          <p:cNvPr id="24" name="Freeform 5">
            <a:extLst>
              <a:ext uri="{FF2B5EF4-FFF2-40B4-BE49-F238E27FC236}">
                <a16:creationId xmlns:a16="http://schemas.microsoft.com/office/drawing/2014/main" id="{72F1402D-2433-47F9-9021-49604C0892CB}"/>
              </a:ext>
            </a:extLst>
          </p:cNvPr>
          <p:cNvSpPr>
            <a:spLocks/>
          </p:cNvSpPr>
          <p:nvPr userDrawn="1"/>
        </p:nvSpPr>
        <p:spPr bwMode="auto">
          <a:xfrm>
            <a:off x="5980576" y="4859796"/>
            <a:ext cx="966259" cy="1079183"/>
          </a:xfrm>
          <a:custGeom>
            <a:avLst/>
            <a:gdLst>
              <a:gd name="T0" fmla="*/ 35 w 216"/>
              <a:gd name="T1" fmla="*/ 324 h 324"/>
              <a:gd name="T2" fmla="*/ 66 w 216"/>
              <a:gd name="T3" fmla="*/ 87 h 324"/>
              <a:gd name="T4" fmla="*/ 205 w 216"/>
              <a:gd name="T5" fmla="*/ 87 h 324"/>
              <a:gd name="T6" fmla="*/ 132 w 216"/>
              <a:gd name="T7" fmla="*/ 177 h 324"/>
              <a:gd name="T8" fmla="*/ 35 w 216"/>
              <a:gd name="T9" fmla="*/ 324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324">
                <a:moveTo>
                  <a:pt x="35" y="324"/>
                </a:moveTo>
                <a:cubicBezTo>
                  <a:pt x="35" y="324"/>
                  <a:pt x="0" y="174"/>
                  <a:pt x="66" y="87"/>
                </a:cubicBezTo>
                <a:cubicBezTo>
                  <a:pt x="132" y="0"/>
                  <a:pt x="202" y="60"/>
                  <a:pt x="205" y="87"/>
                </a:cubicBezTo>
                <a:cubicBezTo>
                  <a:pt x="209" y="114"/>
                  <a:pt x="216" y="145"/>
                  <a:pt x="132" y="177"/>
                </a:cubicBezTo>
                <a:cubicBezTo>
                  <a:pt x="47" y="209"/>
                  <a:pt x="35" y="324"/>
                  <a:pt x="35" y="3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800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E2E6C4F0-2EBF-416D-8B50-97E64E981139}"/>
              </a:ext>
            </a:extLst>
          </p:cNvPr>
          <p:cNvSpPr>
            <a:spLocks/>
          </p:cNvSpPr>
          <p:nvPr userDrawn="1"/>
        </p:nvSpPr>
        <p:spPr bwMode="auto">
          <a:xfrm rot="21265379" flipH="1">
            <a:off x="5342663" y="4789768"/>
            <a:ext cx="599971" cy="670086"/>
          </a:xfrm>
          <a:custGeom>
            <a:avLst/>
            <a:gdLst>
              <a:gd name="T0" fmla="*/ 35 w 216"/>
              <a:gd name="T1" fmla="*/ 324 h 324"/>
              <a:gd name="T2" fmla="*/ 66 w 216"/>
              <a:gd name="T3" fmla="*/ 87 h 324"/>
              <a:gd name="T4" fmla="*/ 205 w 216"/>
              <a:gd name="T5" fmla="*/ 87 h 324"/>
              <a:gd name="T6" fmla="*/ 132 w 216"/>
              <a:gd name="T7" fmla="*/ 177 h 324"/>
              <a:gd name="T8" fmla="*/ 35 w 216"/>
              <a:gd name="T9" fmla="*/ 324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324">
                <a:moveTo>
                  <a:pt x="35" y="324"/>
                </a:moveTo>
                <a:cubicBezTo>
                  <a:pt x="35" y="324"/>
                  <a:pt x="0" y="174"/>
                  <a:pt x="66" y="87"/>
                </a:cubicBezTo>
                <a:cubicBezTo>
                  <a:pt x="132" y="0"/>
                  <a:pt x="202" y="60"/>
                  <a:pt x="205" y="87"/>
                </a:cubicBezTo>
                <a:cubicBezTo>
                  <a:pt x="209" y="114"/>
                  <a:pt x="216" y="145"/>
                  <a:pt x="132" y="177"/>
                </a:cubicBezTo>
                <a:cubicBezTo>
                  <a:pt x="47" y="209"/>
                  <a:pt x="35" y="324"/>
                  <a:pt x="35" y="3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800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7E2EC7A1-111E-4170-B2E1-C54A9125CA4C}"/>
              </a:ext>
            </a:extLst>
          </p:cNvPr>
          <p:cNvSpPr>
            <a:spLocks/>
          </p:cNvSpPr>
          <p:nvPr userDrawn="1"/>
        </p:nvSpPr>
        <p:spPr bwMode="auto">
          <a:xfrm rot="20960222">
            <a:off x="5861339" y="4576571"/>
            <a:ext cx="450767" cy="503446"/>
          </a:xfrm>
          <a:custGeom>
            <a:avLst/>
            <a:gdLst>
              <a:gd name="T0" fmla="*/ 35 w 216"/>
              <a:gd name="T1" fmla="*/ 324 h 324"/>
              <a:gd name="T2" fmla="*/ 66 w 216"/>
              <a:gd name="T3" fmla="*/ 87 h 324"/>
              <a:gd name="T4" fmla="*/ 205 w 216"/>
              <a:gd name="T5" fmla="*/ 87 h 324"/>
              <a:gd name="T6" fmla="*/ 132 w 216"/>
              <a:gd name="T7" fmla="*/ 177 h 324"/>
              <a:gd name="T8" fmla="*/ 35 w 216"/>
              <a:gd name="T9" fmla="*/ 324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324">
                <a:moveTo>
                  <a:pt x="35" y="324"/>
                </a:moveTo>
                <a:cubicBezTo>
                  <a:pt x="35" y="324"/>
                  <a:pt x="0" y="174"/>
                  <a:pt x="66" y="87"/>
                </a:cubicBezTo>
                <a:cubicBezTo>
                  <a:pt x="132" y="0"/>
                  <a:pt x="202" y="60"/>
                  <a:pt x="205" y="87"/>
                </a:cubicBezTo>
                <a:cubicBezTo>
                  <a:pt x="209" y="114"/>
                  <a:pt x="216" y="145"/>
                  <a:pt x="132" y="177"/>
                </a:cubicBezTo>
                <a:cubicBezTo>
                  <a:pt x="47" y="209"/>
                  <a:pt x="35" y="324"/>
                  <a:pt x="35" y="3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4282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동영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 5">
            <a:extLst>
              <a:ext uri="{FF2B5EF4-FFF2-40B4-BE49-F238E27FC236}">
                <a16:creationId xmlns:a16="http://schemas.microsoft.com/office/drawing/2014/main" id="{58566D6E-42A0-4C8B-8E25-F77469D639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" name="Title 15">
            <a:extLst>
              <a:ext uri="{FF2B5EF4-FFF2-40B4-BE49-F238E27FC236}">
                <a16:creationId xmlns:a16="http://schemas.microsoft.com/office/drawing/2014/main" id="{62729019-166B-49F3-914D-255A05B812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4245" y="470971"/>
            <a:ext cx="10345472" cy="453600"/>
          </a:xfrm>
          <a:prstGeom prst="rect">
            <a:avLst/>
          </a:prstGeom>
        </p:spPr>
        <p:txBody>
          <a:bodyPr lIns="0" anchor="ctr"/>
          <a:lstStyle>
            <a:lvl1pPr marL="0" marR="0" indent="0" algn="ctr" defTabSz="45718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2800" b="0" kern="1200" spc="-100" baseline="0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marR="0" lvl="0" indent="0" algn="l" defTabSz="914364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제목 입력</a:t>
            </a:r>
          </a:p>
        </p:txBody>
      </p:sp>
      <p:sp>
        <p:nvSpPr>
          <p:cNvPr id="4" name="직사각형 4">
            <a:extLst>
              <a:ext uri="{FF2B5EF4-FFF2-40B4-BE49-F238E27FC236}">
                <a16:creationId xmlns:a16="http://schemas.microsoft.com/office/drawing/2014/main" id="{9B0C7A0B-BC5A-495D-A07F-CC9EDB6745F6}"/>
              </a:ext>
            </a:extLst>
          </p:cNvPr>
          <p:cNvSpPr/>
          <p:nvPr userDrawn="1"/>
        </p:nvSpPr>
        <p:spPr>
          <a:xfrm>
            <a:off x="0" y="1160468"/>
            <a:ext cx="12192000" cy="50403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lnSpc>
                <a:spcPct val="114000"/>
              </a:lnSpc>
              <a:spcBef>
                <a:spcPts val="600"/>
              </a:spcBef>
            </a:pPr>
            <a:endParaRPr lang="ko-KR" altLang="en-US" sz="1100" spc="-70" dirty="0"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+mj-cs"/>
            </a:endParaRPr>
          </a:p>
        </p:txBody>
      </p:sp>
      <p:grpSp>
        <p:nvGrpSpPr>
          <p:cNvPr id="5" name="그룹 20">
            <a:extLst>
              <a:ext uri="{FF2B5EF4-FFF2-40B4-BE49-F238E27FC236}">
                <a16:creationId xmlns:a16="http://schemas.microsoft.com/office/drawing/2014/main" id="{858AFC39-B844-4C20-98CC-1A12C9D61007}"/>
              </a:ext>
            </a:extLst>
          </p:cNvPr>
          <p:cNvGrpSpPr/>
          <p:nvPr userDrawn="1"/>
        </p:nvGrpSpPr>
        <p:grpSpPr>
          <a:xfrm>
            <a:off x="5011531" y="2364761"/>
            <a:ext cx="2236672" cy="1677504"/>
            <a:chOff x="3369384" y="1848497"/>
            <a:chExt cx="2456033" cy="2456033"/>
          </a:xfrm>
        </p:grpSpPr>
        <p:sp>
          <p:nvSpPr>
            <p:cNvPr id="6" name="타원 21">
              <a:extLst>
                <a:ext uri="{FF2B5EF4-FFF2-40B4-BE49-F238E27FC236}">
                  <a16:creationId xmlns:a16="http://schemas.microsoft.com/office/drawing/2014/main" id="{CE8F78C1-C421-4F4D-A5E2-8D3F415A74C2}"/>
                </a:ext>
              </a:extLst>
            </p:cNvPr>
            <p:cNvSpPr/>
            <p:nvPr userDrawn="1"/>
          </p:nvSpPr>
          <p:spPr>
            <a:xfrm>
              <a:off x="3369384" y="1848497"/>
              <a:ext cx="2456033" cy="2456033"/>
            </a:xfrm>
            <a:prstGeom prst="ellipse">
              <a:avLst/>
            </a:prstGeom>
            <a:noFill/>
            <a:ln w="31750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KoPub돋움체 Medium" panose="00000600000000000000" pitchFamily="2" charset="-127"/>
              </a:endParaRPr>
            </a:p>
          </p:txBody>
        </p:sp>
        <p:sp>
          <p:nvSpPr>
            <p:cNvPr id="7" name="이등변 삼각형 22">
              <a:extLst>
                <a:ext uri="{FF2B5EF4-FFF2-40B4-BE49-F238E27FC236}">
                  <a16:creationId xmlns:a16="http://schemas.microsoft.com/office/drawing/2014/main" id="{58DA3E98-2904-48CC-8383-7702927C7849}"/>
                </a:ext>
              </a:extLst>
            </p:cNvPr>
            <p:cNvSpPr/>
            <p:nvPr userDrawn="1"/>
          </p:nvSpPr>
          <p:spPr>
            <a:xfrm rot="5400000">
              <a:off x="4139750" y="2488745"/>
              <a:ext cx="1290572" cy="1112562"/>
            </a:xfrm>
            <a:prstGeom prst="triangle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KoPub돋움체 Medium" panose="00000600000000000000" pitchFamily="2" charset="-127"/>
              </a:endParaRPr>
            </a:p>
          </p:txBody>
        </p:sp>
      </p:grpSp>
      <p:sp>
        <p:nvSpPr>
          <p:cNvPr id="8" name="직사각형 23">
            <a:extLst>
              <a:ext uri="{FF2B5EF4-FFF2-40B4-BE49-F238E27FC236}">
                <a16:creationId xmlns:a16="http://schemas.microsoft.com/office/drawing/2014/main" id="{3D51E8FC-BEB0-4889-B1EA-F66783AF50BC}"/>
              </a:ext>
            </a:extLst>
          </p:cNvPr>
          <p:cNvSpPr/>
          <p:nvPr userDrawn="1"/>
        </p:nvSpPr>
        <p:spPr>
          <a:xfrm>
            <a:off x="3180927" y="4322690"/>
            <a:ext cx="5830147" cy="50511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1800"/>
              </a:spcBef>
            </a:pPr>
            <a:r>
              <a:rPr lang="ko-KR" altLang="en-US" sz="2200" spc="-80" baseline="0" dirty="0">
                <a:solidFill>
                  <a:schemeClr val="bg1">
                    <a:alpha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동영상을 회색 면에 꽉 채워 배치</a:t>
            </a:r>
            <a:endParaRPr lang="ko-KR" altLang="en-US" sz="1600" spc="-80" baseline="0" dirty="0">
              <a:solidFill>
                <a:schemeClr val="bg1">
                  <a:alpha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13196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0165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영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608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2293601" y="1303397"/>
            <a:ext cx="330201" cy="193947"/>
          </a:xfrm>
          <a:prstGeom prst="rect">
            <a:avLst/>
          </a:prstGeom>
          <a:solidFill>
            <a:srgbClr val="CF595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0" name="직사각형 9"/>
          <p:cNvSpPr/>
          <p:nvPr userDrawn="1"/>
        </p:nvSpPr>
        <p:spPr>
          <a:xfrm>
            <a:off x="12293601" y="1497344"/>
            <a:ext cx="330201" cy="193947"/>
          </a:xfrm>
          <a:prstGeom prst="rect">
            <a:avLst/>
          </a:prstGeom>
          <a:solidFill>
            <a:srgbClr val="D48A4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1" name="직사각형 10"/>
          <p:cNvSpPr/>
          <p:nvPr userDrawn="1"/>
        </p:nvSpPr>
        <p:spPr>
          <a:xfrm>
            <a:off x="12293601" y="1691284"/>
            <a:ext cx="330201" cy="193947"/>
          </a:xfrm>
          <a:prstGeom prst="rect">
            <a:avLst/>
          </a:prstGeom>
          <a:solidFill>
            <a:srgbClr val="75BD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 userDrawn="1"/>
        </p:nvSpPr>
        <p:spPr>
          <a:xfrm>
            <a:off x="12293601" y="1885229"/>
            <a:ext cx="330201" cy="193947"/>
          </a:xfrm>
          <a:prstGeom prst="rect">
            <a:avLst/>
          </a:prstGeom>
          <a:solidFill>
            <a:srgbClr val="7AA7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3" name="직사각형 12"/>
          <p:cNvSpPr/>
          <p:nvPr userDrawn="1"/>
        </p:nvSpPr>
        <p:spPr>
          <a:xfrm>
            <a:off x="12293601" y="2079185"/>
            <a:ext cx="330201" cy="193947"/>
          </a:xfrm>
          <a:prstGeom prst="rect">
            <a:avLst/>
          </a:prstGeom>
          <a:solidFill>
            <a:srgbClr val="BC7EB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4" name="직사각형 13"/>
          <p:cNvSpPr/>
          <p:nvPr userDrawn="1"/>
        </p:nvSpPr>
        <p:spPr>
          <a:xfrm>
            <a:off x="12293601" y="2273132"/>
            <a:ext cx="330201" cy="193947"/>
          </a:xfrm>
          <a:prstGeom prst="rect">
            <a:avLst/>
          </a:prstGeom>
          <a:solidFill>
            <a:srgbClr val="B08CD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5" name="직사각형 14"/>
          <p:cNvSpPr/>
          <p:nvPr userDrawn="1"/>
        </p:nvSpPr>
        <p:spPr>
          <a:xfrm>
            <a:off x="12293601" y="2467079"/>
            <a:ext cx="330201" cy="193947"/>
          </a:xfrm>
          <a:prstGeom prst="rect">
            <a:avLst/>
          </a:prstGeom>
          <a:solidFill>
            <a:srgbClr val="BCBCB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8" name="직사각형 7"/>
          <p:cNvSpPr/>
          <p:nvPr userDrawn="1"/>
        </p:nvSpPr>
        <p:spPr>
          <a:xfrm>
            <a:off x="12293601" y="0"/>
            <a:ext cx="330201" cy="360000"/>
          </a:xfrm>
          <a:prstGeom prst="rect">
            <a:avLst/>
          </a:prstGeom>
          <a:solidFill>
            <a:srgbClr val="EF1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7" name="직사각형 16"/>
          <p:cNvSpPr/>
          <p:nvPr userDrawn="1"/>
        </p:nvSpPr>
        <p:spPr>
          <a:xfrm>
            <a:off x="12293601" y="412413"/>
            <a:ext cx="330201" cy="360000"/>
          </a:xfrm>
          <a:prstGeom prst="rect">
            <a:avLst/>
          </a:prstGeom>
          <a:solidFill>
            <a:srgbClr val="384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8" name="직사각형 17"/>
          <p:cNvSpPr/>
          <p:nvPr userDrawn="1"/>
        </p:nvSpPr>
        <p:spPr>
          <a:xfrm>
            <a:off x="12293601" y="857900"/>
            <a:ext cx="330201" cy="360000"/>
          </a:xfrm>
          <a:prstGeom prst="rect">
            <a:avLst/>
          </a:prstGeom>
          <a:solidFill>
            <a:srgbClr val="EBEBE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</p:spTree>
    <p:extLst>
      <p:ext uri="{BB962C8B-B14F-4D97-AF65-F5344CB8AC3E}">
        <p14:creationId xmlns:p14="http://schemas.microsoft.com/office/powerpoint/2010/main" val="1343910713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742987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j-cs"/>
        </a:defRPr>
      </a:lvl1pPr>
    </p:titleStyle>
    <p:bodyStyle>
      <a:lvl1pPr marL="185746" indent="-185746" algn="l" defTabSz="742987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1pPr>
      <a:lvl2pPr marL="557241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2pPr>
      <a:lvl3pPr marL="928734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3pPr>
      <a:lvl4pPr marL="1300228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4pPr>
      <a:lvl5pPr marL="1671722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5pPr>
      <a:lvl6pPr marL="2043215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709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201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696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94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87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81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74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468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962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455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949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81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49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>
          <p15:clr>
            <a:srgbClr val="F26B43"/>
          </p15:clr>
        </p15:guide>
        <p15:guide id="2" pos="363">
          <p15:clr>
            <a:srgbClr val="F26B43"/>
          </p15:clr>
        </p15:guide>
        <p15:guide id="3" pos="7317">
          <p15:clr>
            <a:srgbClr val="F26B43"/>
          </p15:clr>
        </p15:guide>
        <p15:guide id="4" orient="horz" pos="55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62557-33B8-F7F1-0609-137630DB3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C2953E9-16D4-241C-3513-3B621676E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795948"/>
              </p:ext>
            </p:extLst>
          </p:nvPr>
        </p:nvGraphicFramePr>
        <p:xfrm>
          <a:off x="576263" y="1527939"/>
          <a:ext cx="11039474" cy="1997246"/>
        </p:xfrm>
        <a:graphic>
          <a:graphicData uri="http://schemas.openxmlformats.org/drawingml/2006/table">
            <a:tbl>
              <a:tblPr firstRow="1" bandRow="1"/>
              <a:tblGrid>
                <a:gridCol w="1455474">
                  <a:extLst>
                    <a:ext uri="{9D8B030D-6E8A-4147-A177-3AD203B41FA5}">
                      <a16:colId xmlns:a16="http://schemas.microsoft.com/office/drawing/2014/main" val="2866859628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1" i="0" u="none" strike="noStrike" kern="1200" cap="none" spc="-100" normalizeH="0" baseline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Gill Sans" panose="020B0502020104020203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3D6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S/G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C/T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C/H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A/D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32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Gill Sans" panose="020B0502020104020203" pitchFamily="34" charset="0"/>
                        </a:rPr>
                        <a:t>+</a:t>
                      </a:r>
                      <a:endParaRPr lang="ko-KR" altLang="en-US" sz="32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Gill Sans" panose="020B0502020104020203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altLang="ko-KR" sz="4800" b="1" i="0" u="none" strike="noStrike" kern="1200" cap="none" spc="-10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Gill Sans" panose="020B0502020104020203" pitchFamily="34" charset="0"/>
                        </a:rPr>
                        <a:t>-</a:t>
                      </a:r>
                      <a:endParaRPr kumimoji="0" lang="ko-KR" altLang="en-US" sz="4800" b="1" i="0" u="none" strike="noStrike" kern="1200" cap="none" spc="-10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Gill Sans" panose="020B0502020104020203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7BDFF53-C74E-4FA2-0FBF-F0F43A1EBAEB}"/>
              </a:ext>
            </a:extLst>
          </p:cNvPr>
          <p:cNvSpPr txBox="1"/>
          <p:nvPr/>
        </p:nvSpPr>
        <p:spPr>
          <a:xfrm>
            <a:off x="2067790" y="2078326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261CD-4CE5-1D2B-1641-789CA6F3BDD4}"/>
              </a:ext>
            </a:extLst>
          </p:cNvPr>
          <p:cNvSpPr txBox="1"/>
          <p:nvPr/>
        </p:nvSpPr>
        <p:spPr>
          <a:xfrm>
            <a:off x="2067790" y="2891501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G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50E784-C651-C508-42F5-A9D3BF42FADC}"/>
              </a:ext>
            </a:extLst>
          </p:cNvPr>
          <p:cNvSpPr txBox="1"/>
          <p:nvPr/>
        </p:nvSpPr>
        <p:spPr>
          <a:xfrm>
            <a:off x="4436917" y="2078326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C02A26-A6FB-48C7-7F0A-EDFCE21FDC7C}"/>
              </a:ext>
            </a:extLst>
          </p:cNvPr>
          <p:cNvSpPr txBox="1"/>
          <p:nvPr/>
        </p:nvSpPr>
        <p:spPr>
          <a:xfrm>
            <a:off x="4436917" y="2891501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870436-E0D3-AF4F-0F12-62229E6E597F}"/>
              </a:ext>
            </a:extLst>
          </p:cNvPr>
          <p:cNvSpPr txBox="1"/>
          <p:nvPr/>
        </p:nvSpPr>
        <p:spPr>
          <a:xfrm>
            <a:off x="6806044" y="2069566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5C7707-D9F4-9CE0-67F4-D6C27147DCAD}"/>
              </a:ext>
            </a:extLst>
          </p:cNvPr>
          <p:cNvSpPr txBox="1"/>
          <p:nvPr/>
        </p:nvSpPr>
        <p:spPr>
          <a:xfrm>
            <a:off x="6806044" y="2882741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H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1A22D-E271-7A49-2668-D7A5B738CF39}"/>
              </a:ext>
            </a:extLst>
          </p:cNvPr>
          <p:cNvSpPr txBox="1"/>
          <p:nvPr/>
        </p:nvSpPr>
        <p:spPr>
          <a:xfrm>
            <a:off x="9175171" y="2078326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6645C3-D369-AAA2-8982-76ABB0D2C4C0}"/>
              </a:ext>
            </a:extLst>
          </p:cNvPr>
          <p:cNvSpPr txBox="1"/>
          <p:nvPr/>
        </p:nvSpPr>
        <p:spPr>
          <a:xfrm>
            <a:off x="9175171" y="2891501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CFAF754-1C8C-5F2E-292C-C00AF4F99038}"/>
              </a:ext>
            </a:extLst>
          </p:cNvPr>
          <p:cNvCxnSpPr>
            <a:cxnSpLocks/>
          </p:cNvCxnSpPr>
          <p:nvPr/>
        </p:nvCxnSpPr>
        <p:spPr>
          <a:xfrm>
            <a:off x="407988" y="882172"/>
            <a:ext cx="1137602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6ED338F-4F30-D652-2F56-13FBAF2C2EE3}"/>
              </a:ext>
            </a:extLst>
          </p:cNvPr>
          <p:cNvSpPr txBox="1"/>
          <p:nvPr/>
        </p:nvSpPr>
        <p:spPr>
          <a:xfrm>
            <a:off x="310895" y="498446"/>
            <a:ext cx="7462205" cy="38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CLiCK IAM MICRO _ LIFO Analysis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5B70AC7-CA7A-84AD-3E71-7D92C1B10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571952"/>
              </p:ext>
            </p:extLst>
          </p:nvPr>
        </p:nvGraphicFramePr>
        <p:xfrm>
          <a:off x="576263" y="3860800"/>
          <a:ext cx="11039474" cy="1997246"/>
        </p:xfrm>
        <a:graphic>
          <a:graphicData uri="http://schemas.openxmlformats.org/drawingml/2006/table">
            <a:tbl>
              <a:tblPr firstRow="1" bandRow="1"/>
              <a:tblGrid>
                <a:gridCol w="1455474">
                  <a:extLst>
                    <a:ext uri="{9D8B030D-6E8A-4147-A177-3AD203B41FA5}">
                      <a16:colId xmlns:a16="http://schemas.microsoft.com/office/drawing/2014/main" val="2866859628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1" i="0" u="none" strike="noStrike" kern="1200" cap="none" spc="-100" normalizeH="0" baseline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Gill Sans" panose="020B0502020104020203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3D6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S/G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C/T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C/H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A/D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32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Gill Sans" panose="020B0502020104020203" pitchFamily="34" charset="0"/>
                        </a:rPr>
                        <a:t>+</a:t>
                      </a:r>
                      <a:endParaRPr lang="ko-KR" altLang="en-US" sz="32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Gill Sans" panose="020B0502020104020203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altLang="ko-KR" sz="4800" b="1" i="0" u="none" strike="noStrike" kern="1200" cap="none" spc="-10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Gill Sans" panose="020B0502020104020203" pitchFamily="34" charset="0"/>
                        </a:rPr>
                        <a:t>-</a:t>
                      </a:r>
                      <a:endParaRPr kumimoji="0" lang="ko-KR" altLang="en-US" sz="4800" b="1" i="0" u="none" strike="noStrike" kern="1200" cap="none" spc="-10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Gill Sans" panose="020B0502020104020203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3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6AFD713-4DA4-AC90-4C3C-C600EDCC8D3C}"/>
              </a:ext>
            </a:extLst>
          </p:cNvPr>
          <p:cNvSpPr txBox="1"/>
          <p:nvPr/>
        </p:nvSpPr>
        <p:spPr>
          <a:xfrm>
            <a:off x="2067790" y="4347609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AF9D95-3BFF-6DE6-F3C5-526397B0C0B9}"/>
              </a:ext>
            </a:extLst>
          </p:cNvPr>
          <p:cNvSpPr txBox="1"/>
          <p:nvPr/>
        </p:nvSpPr>
        <p:spPr>
          <a:xfrm>
            <a:off x="2067790" y="5160784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G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7E3FF7-7A4D-3BED-C661-C3178FE9C571}"/>
              </a:ext>
            </a:extLst>
          </p:cNvPr>
          <p:cNvSpPr txBox="1"/>
          <p:nvPr/>
        </p:nvSpPr>
        <p:spPr>
          <a:xfrm>
            <a:off x="4436917" y="4347609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964253-FBF0-57BD-1E34-45B5F97EB855}"/>
              </a:ext>
            </a:extLst>
          </p:cNvPr>
          <p:cNvSpPr txBox="1"/>
          <p:nvPr/>
        </p:nvSpPr>
        <p:spPr>
          <a:xfrm>
            <a:off x="4436917" y="5160784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2C8189-5727-7E96-F7D0-84978C4B914C}"/>
              </a:ext>
            </a:extLst>
          </p:cNvPr>
          <p:cNvSpPr txBox="1"/>
          <p:nvPr/>
        </p:nvSpPr>
        <p:spPr>
          <a:xfrm>
            <a:off x="6806044" y="4338849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4355F5-A017-AE83-0D8D-F68462A43939}"/>
              </a:ext>
            </a:extLst>
          </p:cNvPr>
          <p:cNvSpPr txBox="1"/>
          <p:nvPr/>
        </p:nvSpPr>
        <p:spPr>
          <a:xfrm>
            <a:off x="6806044" y="5152024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H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6FE362-E0E8-EFB8-DC50-F7C8BC62AB0E}"/>
              </a:ext>
            </a:extLst>
          </p:cNvPr>
          <p:cNvSpPr txBox="1"/>
          <p:nvPr/>
        </p:nvSpPr>
        <p:spPr>
          <a:xfrm>
            <a:off x="9175171" y="4347609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FE708F-E3A8-E76A-78A2-DFF1AFB9279A}"/>
              </a:ext>
            </a:extLst>
          </p:cNvPr>
          <p:cNvSpPr txBox="1"/>
          <p:nvPr/>
        </p:nvSpPr>
        <p:spPr>
          <a:xfrm>
            <a:off x="9175171" y="5160784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445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5F63A-0F2A-E6CB-EE17-2AE9C727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501264C-6281-EDA7-0D62-385D714DF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019270"/>
              </p:ext>
            </p:extLst>
          </p:nvPr>
        </p:nvGraphicFramePr>
        <p:xfrm>
          <a:off x="576263" y="1527939"/>
          <a:ext cx="11039474" cy="1997246"/>
        </p:xfrm>
        <a:graphic>
          <a:graphicData uri="http://schemas.openxmlformats.org/drawingml/2006/table">
            <a:tbl>
              <a:tblPr firstRow="1" bandRow="1"/>
              <a:tblGrid>
                <a:gridCol w="1455474">
                  <a:extLst>
                    <a:ext uri="{9D8B030D-6E8A-4147-A177-3AD203B41FA5}">
                      <a16:colId xmlns:a16="http://schemas.microsoft.com/office/drawing/2014/main" val="2866859628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-100" normalizeH="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Gill Sans" panose="020B0502020104020203" pitchFamily="34" charset="0"/>
                        </a:rPr>
                        <a:t>김동찬</a:t>
                      </a: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3D6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S/G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C/T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C/H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A/D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32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Gill Sans" panose="020B0502020104020203" pitchFamily="34" charset="0"/>
                        </a:rPr>
                        <a:t>+</a:t>
                      </a:r>
                      <a:endParaRPr lang="ko-KR" altLang="en-US" sz="32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Gill Sans" panose="020B0502020104020203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altLang="ko-KR" sz="4800" b="1" i="0" u="none" strike="noStrike" kern="1200" cap="none" spc="-10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Gill Sans" panose="020B0502020104020203" pitchFamily="34" charset="0"/>
                        </a:rPr>
                        <a:t>-</a:t>
                      </a:r>
                      <a:endParaRPr kumimoji="0" lang="ko-KR" altLang="en-US" sz="4800" b="1" i="0" u="none" strike="noStrike" kern="1200" cap="none" spc="-10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Gill Sans" panose="020B0502020104020203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5FB9E7-32CF-A6A1-FF5C-DB08D8A3524B}"/>
              </a:ext>
            </a:extLst>
          </p:cNvPr>
          <p:cNvSpPr txBox="1"/>
          <p:nvPr/>
        </p:nvSpPr>
        <p:spPr>
          <a:xfrm>
            <a:off x="2067790" y="2078326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564057-A93D-61AB-D423-F67F6212FBC0}"/>
              </a:ext>
            </a:extLst>
          </p:cNvPr>
          <p:cNvSpPr txBox="1"/>
          <p:nvPr/>
        </p:nvSpPr>
        <p:spPr>
          <a:xfrm>
            <a:off x="2067790" y="2891501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G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C55B7B-D79A-2ABA-36BD-627BCF318077}"/>
              </a:ext>
            </a:extLst>
          </p:cNvPr>
          <p:cNvSpPr txBox="1"/>
          <p:nvPr/>
        </p:nvSpPr>
        <p:spPr>
          <a:xfrm>
            <a:off x="4436917" y="2078326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D59B7-45AB-C18D-4D42-91648DB22AF0}"/>
              </a:ext>
            </a:extLst>
          </p:cNvPr>
          <p:cNvSpPr txBox="1"/>
          <p:nvPr/>
        </p:nvSpPr>
        <p:spPr>
          <a:xfrm>
            <a:off x="4436917" y="2891501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0699BD-E074-A76B-46C3-4C06CCD85C6A}"/>
              </a:ext>
            </a:extLst>
          </p:cNvPr>
          <p:cNvSpPr txBox="1"/>
          <p:nvPr/>
        </p:nvSpPr>
        <p:spPr>
          <a:xfrm>
            <a:off x="6806044" y="2069566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F575C-00BC-9DDE-1D8B-9EA0AFCE3DCA}"/>
              </a:ext>
            </a:extLst>
          </p:cNvPr>
          <p:cNvSpPr txBox="1"/>
          <p:nvPr/>
        </p:nvSpPr>
        <p:spPr>
          <a:xfrm>
            <a:off x="6806044" y="2882741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H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4F47E3-97E7-89D6-3C65-107C9398672D}"/>
              </a:ext>
            </a:extLst>
          </p:cNvPr>
          <p:cNvSpPr txBox="1"/>
          <p:nvPr/>
        </p:nvSpPr>
        <p:spPr>
          <a:xfrm>
            <a:off x="9175171" y="2078326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669C75-B0EF-0264-ACBC-3880A7666AFD}"/>
              </a:ext>
            </a:extLst>
          </p:cNvPr>
          <p:cNvSpPr txBox="1"/>
          <p:nvPr/>
        </p:nvSpPr>
        <p:spPr>
          <a:xfrm>
            <a:off x="9175171" y="2891501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3AFD35B-76ED-9706-1E8D-BE51196EEC94}"/>
              </a:ext>
            </a:extLst>
          </p:cNvPr>
          <p:cNvCxnSpPr>
            <a:cxnSpLocks/>
          </p:cNvCxnSpPr>
          <p:nvPr/>
        </p:nvCxnSpPr>
        <p:spPr>
          <a:xfrm>
            <a:off x="407988" y="882172"/>
            <a:ext cx="1137602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F0B4B8B-D804-55E7-36BD-0FB5C1F3D53D}"/>
              </a:ext>
            </a:extLst>
          </p:cNvPr>
          <p:cNvSpPr txBox="1"/>
          <p:nvPr/>
        </p:nvSpPr>
        <p:spPr>
          <a:xfrm>
            <a:off x="310895" y="498446"/>
            <a:ext cx="7462205" cy="38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CLiCK IAM MICRO _ LIFO Analysis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F704FF4-1B3D-C51E-19A3-F6ACBF0E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999646"/>
              </p:ext>
            </p:extLst>
          </p:nvPr>
        </p:nvGraphicFramePr>
        <p:xfrm>
          <a:off x="576263" y="3860800"/>
          <a:ext cx="11039474" cy="1997246"/>
        </p:xfrm>
        <a:graphic>
          <a:graphicData uri="http://schemas.openxmlformats.org/drawingml/2006/table">
            <a:tbl>
              <a:tblPr firstRow="1" bandRow="1"/>
              <a:tblGrid>
                <a:gridCol w="1455474">
                  <a:extLst>
                    <a:ext uri="{9D8B030D-6E8A-4147-A177-3AD203B41FA5}">
                      <a16:colId xmlns:a16="http://schemas.microsoft.com/office/drawing/2014/main" val="2866859628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6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kern="1200" cap="none" spc="-100" normalizeH="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Gill Sans" panose="020B0502020104020203" pitchFamily="34" charset="0"/>
                        </a:rPr>
                        <a:t>김정우</a:t>
                      </a: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3D6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S/G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C/T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C/H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18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A/D</a:t>
                      </a:r>
                      <a:endParaRPr lang="ko-KR" altLang="en-US" sz="18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</a:pPr>
                      <a:r>
                        <a:rPr lang="en-US" altLang="ko-KR" sz="3200" b="1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Gill Sans" panose="020B0502020104020203" pitchFamily="34" charset="0"/>
                        </a:rPr>
                        <a:t>+</a:t>
                      </a:r>
                      <a:endParaRPr lang="ko-KR" altLang="en-US" sz="3200" b="1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Gill Sans" panose="020B0502020104020203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anose="020B0502020104020203" pitchFamily="34" charset="0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altLang="ko-KR" sz="4800" b="1" i="0" u="none" strike="noStrike" kern="1200" cap="none" spc="-10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Gill Sans" panose="020B0502020104020203" pitchFamily="34" charset="0"/>
                        </a:rPr>
                        <a:t>-</a:t>
                      </a:r>
                      <a:endParaRPr kumimoji="0" lang="ko-KR" altLang="en-US" sz="4800" b="1" i="0" u="none" strike="noStrike" kern="1200" cap="none" spc="-10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Gill Sans" panose="020B0502020104020203" pitchFamily="34" charset="0"/>
                      </a:endParaRPr>
                    </a:p>
                  </a:txBody>
                  <a:tcPr marL="82297" marR="82297" marT="41148" marB="41148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022F846-9EBA-E6E1-FC2C-4C08CD7C9BAF}"/>
              </a:ext>
            </a:extLst>
          </p:cNvPr>
          <p:cNvSpPr txBox="1"/>
          <p:nvPr/>
        </p:nvSpPr>
        <p:spPr>
          <a:xfrm>
            <a:off x="2067790" y="4347609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56DBAA-4A35-8EA4-50B4-0F44A36F93B3}"/>
              </a:ext>
            </a:extLst>
          </p:cNvPr>
          <p:cNvSpPr txBox="1"/>
          <p:nvPr/>
        </p:nvSpPr>
        <p:spPr>
          <a:xfrm>
            <a:off x="2067790" y="5160784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G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663554-D1F8-0145-5ED3-D71C1B556019}"/>
              </a:ext>
            </a:extLst>
          </p:cNvPr>
          <p:cNvSpPr txBox="1"/>
          <p:nvPr/>
        </p:nvSpPr>
        <p:spPr>
          <a:xfrm>
            <a:off x="4436917" y="4347609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664CD9-C3DD-EB8E-2A5F-5D848F5865B2}"/>
              </a:ext>
            </a:extLst>
          </p:cNvPr>
          <p:cNvSpPr txBox="1"/>
          <p:nvPr/>
        </p:nvSpPr>
        <p:spPr>
          <a:xfrm>
            <a:off x="4436917" y="5160784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70BCD6-42AB-DAC0-769B-C965972E0F35}"/>
              </a:ext>
            </a:extLst>
          </p:cNvPr>
          <p:cNvSpPr txBox="1"/>
          <p:nvPr/>
        </p:nvSpPr>
        <p:spPr>
          <a:xfrm>
            <a:off x="6806044" y="4338849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790748-104F-E119-A68A-A81A47426A5B}"/>
              </a:ext>
            </a:extLst>
          </p:cNvPr>
          <p:cNvSpPr txBox="1"/>
          <p:nvPr/>
        </p:nvSpPr>
        <p:spPr>
          <a:xfrm>
            <a:off x="6806044" y="5152024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H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956C4B-BFD9-7B96-2C87-D44497B0AACC}"/>
              </a:ext>
            </a:extLst>
          </p:cNvPr>
          <p:cNvSpPr txBox="1"/>
          <p:nvPr/>
        </p:nvSpPr>
        <p:spPr>
          <a:xfrm>
            <a:off x="9175171" y="4347609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856744-B1B0-02A5-2140-80A634F5A86D}"/>
              </a:ext>
            </a:extLst>
          </p:cNvPr>
          <p:cNvSpPr txBox="1"/>
          <p:nvPr/>
        </p:nvSpPr>
        <p:spPr>
          <a:xfrm>
            <a:off x="9175171" y="5160784"/>
            <a:ext cx="415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8461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CLiCK 표준제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04040"/>
      </a:accent1>
      <a:accent2>
        <a:srgbClr val="CF5959"/>
      </a:accent2>
      <a:accent3>
        <a:srgbClr val="D48A4C"/>
      </a:accent3>
      <a:accent4>
        <a:srgbClr val="5E986D"/>
      </a:accent4>
      <a:accent5>
        <a:srgbClr val="7AA7CC"/>
      </a:accent5>
      <a:accent6>
        <a:srgbClr val="BC7EBC"/>
      </a:accent6>
      <a:hlink>
        <a:srgbClr val="0563C1"/>
      </a:hlink>
      <a:folHlink>
        <a:srgbClr val="954F72"/>
      </a:folHlink>
    </a:clrScheme>
    <a:fontScheme name="기본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4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2C65D8E-933D-4F2F-8063-5E9997022CCD}">
  <we:reference id="wa104380907" version="1.0.0.0" store="ko-KR" storeType="OMEX"/>
  <we:alternateReferences>
    <we:reference id="wa104380907" version="1.0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5586</TotalTime>
  <Words>118</Words>
  <Application>Microsoft Office PowerPoint</Application>
  <PresentationFormat>와이드스크린</PresentationFormat>
  <Paragraphs>76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Gill Sans</vt:lpstr>
      <vt:lpstr>KoPub돋움체 Medium</vt:lpstr>
      <vt:lpstr>맑은 고딕</vt:lpstr>
      <vt:lpstr>Arial</vt:lpstr>
      <vt:lpstr>Calibri</vt:lpstr>
      <vt:lpstr>Calibri Light</vt:lpstr>
      <vt:lpstr>1_Office 테마</vt:lpstr>
      <vt:lpstr>3_Office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민정</dc:creator>
  <cp:lastModifiedBy>시진 박</cp:lastModifiedBy>
  <cp:revision>532</cp:revision>
  <cp:lastPrinted>2020-10-05T07:56:35Z</cp:lastPrinted>
  <dcterms:created xsi:type="dcterms:W3CDTF">2020-04-16T02:29:07Z</dcterms:created>
  <dcterms:modified xsi:type="dcterms:W3CDTF">2026-04-07T00:42:50Z</dcterms:modified>
</cp:coreProperties>
</file>